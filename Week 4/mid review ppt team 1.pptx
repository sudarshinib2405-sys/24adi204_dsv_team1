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6.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notesSlides/notesSlide6.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8288000" cy="10287000"/>
  <p:notesSz cx="18288000" cy="10287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a:r>
              <a:rPr lang="en-IN" sz="1800" b="0" u="none" strike="noStrike">
                <a:solidFill>
                  <a:srgbClr val="000000"/>
                </a:solidFill>
                <a:effectLst/>
                <a:uFillTx/>
                <a:latin typeface="Calibri"/>
              </a:rPr>
              <a:t>Click to move the slide</a:t>
            </a:r>
            <a:endParaRPr lang="en-IN" sz="1800" b="0" u="none" strike="noStrike">
              <a:solidFill>
                <a:srgbClr val="000000"/>
              </a:solidFill>
              <a:effectLst/>
              <a:uFillTx/>
              <a:latin typeface="Calibri"/>
            </a:endParaRPr>
          </a:p>
        </p:txBody>
      </p:sp>
      <p:sp>
        <p:nvSpPr>
          <p:cNvPr id="4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42"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N" sz="1400" b="0" u="none" strike="noStrike">
                <a:solidFill>
                  <a:srgbClr val="000000"/>
                </a:solidFill>
                <a:effectLst/>
                <a:uFillTx/>
                <a:latin typeface="Times New Roman"/>
              </a:rPr>
              <a:t>&lt;header&gt;</a:t>
            </a:r>
            <a:endParaRPr lang="en-IN" sz="1400" b="0" u="none" strike="noStrike">
              <a:solidFill>
                <a:srgbClr val="000000"/>
              </a:solidFill>
              <a:effectLst/>
              <a:uFillTx/>
              <a:latin typeface="Times New Roman"/>
            </a:endParaRPr>
          </a:p>
        </p:txBody>
      </p:sp>
      <p:sp>
        <p:nvSpPr>
          <p:cNvPr id="43" name="PlaceHolder 4"/>
          <p:cNvSpPr>
            <a:spLocks noGrp="1"/>
          </p:cNvSpPr>
          <p:nvPr>
            <p:ph type="dt" idx="16"/>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44" name="PlaceHolder 5"/>
          <p:cNvSpPr>
            <a:spLocks noGrp="1"/>
          </p:cNvSpPr>
          <p:nvPr>
            <p:ph type="ftr" idx="17"/>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5" name="PlaceHolder 6"/>
          <p:cNvSpPr>
            <a:spLocks noGrp="1"/>
          </p:cNvSpPr>
          <p:nvPr>
            <p:ph type="sldNum" idx="18"/>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F281E94E-FD45-478D-B3DF-7937F06DEAE8}" type="slidenum">
              <a:rPr lang="en-IN"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sldImg"/>
          </p:nvPr>
        </p:nvSpPr>
        <p:spPr>
          <a:xfrm>
            <a:off x="6058080" y="1285920"/>
            <a:ext cx="6171840" cy="3471480"/>
          </a:xfrm>
          <a:prstGeom prst="rect">
            <a:avLst/>
          </a:prstGeom>
          <a:ln w="0">
            <a:noFill/>
          </a:ln>
        </p:spPr>
      </p:sp>
      <p:sp>
        <p:nvSpPr>
          <p:cNvPr id="136" name="PlaceHolder 2"/>
          <p:cNvSpPr>
            <a:spLocks noGrp="1"/>
          </p:cNvSpPr>
          <p:nvPr>
            <p:ph type="body"/>
          </p:nvPr>
        </p:nvSpPr>
        <p:spPr>
          <a:xfrm>
            <a:off x="1828800" y="4951440"/>
            <a:ext cx="14630040" cy="404928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137" name="PlaceHolder 3"/>
          <p:cNvSpPr>
            <a:spLocks noGrp="1"/>
          </p:cNvSpPr>
          <p:nvPr>
            <p:ph type="sldNum" idx="19"/>
          </p:nvPr>
        </p:nvSpPr>
        <p:spPr>
          <a:xfrm>
            <a:off x="10358280" y="9771120"/>
            <a:ext cx="7924320" cy="51552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2E791533-F559-4AB4-9E09-26C9D2065931}" type="slidenum">
              <a:rPr lang="en-IN"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bg>
      <p:bgPr>
        <a:solidFill>
          <a:schemeClr val="lt1"/>
        </a:solidFill>
      </p:bgPr>
    </p:bg>
    <p:spTree>
      <p:nvGrpSpPr>
        <p:cNvPr id="1" name=""/>
        <p:cNvGrpSpPr/>
        <p:nvPr/>
      </p:nvGrpSpPr>
      <p:grpSpPr>
        <a:xfrm>
          <a:off x="0" y="0"/>
          <a:ext cx="0" cy="0"/>
          <a:chOff x="0" y="0"/>
          <a:chExt cx="0" cy="0"/>
        </a:xfrm>
      </p:grpSpPr>
      <p:sp>
        <p:nvSpPr>
          <p:cNvPr id="2" name="bg object 16"/>
          <p:cNvSpPr/>
          <p:nvPr/>
        </p:nvSpPr>
        <p:spPr>
          <a:xfrm>
            <a:off x="0" y="0"/>
            <a:ext cx="18287640" cy="10286640"/>
          </a:xfrm>
          <a:custGeom>
            <a:avLst/>
            <a:gdLst>
              <a:gd name="textAreaLeft" fmla="*/ 0 w 18287640"/>
              <a:gd name="textAreaRight" fmla="*/ 18288000 w 18287640"/>
              <a:gd name="textAreaTop" fmla="*/ 0 h 10286640"/>
              <a:gd name="textAreaBottom" fmla="*/ 10287000 h 10286640"/>
            </a:gdLst>
            <a:ahLst/>
            <a:cxnLst/>
            <a:rect l="textAreaLeft" t="textAreaTop" r="textAreaRight" b="textAreaBottom"/>
            <a:pathLst>
              <a:path w="18288000" h="10287000">
                <a:moveTo>
                  <a:pt x="18288000" y="0"/>
                </a:moveTo>
                <a:lnTo>
                  <a:pt x="0" y="0"/>
                </a:lnTo>
                <a:lnTo>
                  <a:pt x="0" y="10287000"/>
                </a:lnTo>
                <a:lnTo>
                  <a:pt x="18288000" y="10287000"/>
                </a:lnTo>
                <a:lnTo>
                  <a:pt x="18288000" y="0"/>
                </a:lnTo>
                <a:close/>
              </a:path>
            </a:pathLst>
          </a:custGeom>
          <a:solidFill>
            <a:srgbClr val="F5FFFF"/>
          </a:solidFill>
          <a:ln w="0">
            <a:noFill/>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3" name="bg object 17"/>
          <p:cNvSpPr/>
          <p:nvPr/>
        </p:nvSpPr>
        <p:spPr>
          <a:xfrm>
            <a:off x="0" y="581040"/>
            <a:ext cx="18287640" cy="2057040"/>
          </a:xfrm>
          <a:custGeom>
            <a:avLst/>
            <a:gdLst>
              <a:gd name="textAreaLeft" fmla="*/ 0 w 18287640"/>
              <a:gd name="textAreaRight" fmla="*/ 18288000 w 18287640"/>
              <a:gd name="textAreaTop" fmla="*/ 0 h 2057040"/>
              <a:gd name="textAreaBottom" fmla="*/ 2057400 h 2057040"/>
            </a:gdLst>
            <a:ahLst/>
            <a:cxnLst/>
            <a:rect l="textAreaLeft" t="textAreaTop" r="textAreaRight" b="textAreaBottom"/>
            <a:pathLst>
              <a:path w="18288000" h="2057400">
                <a:moveTo>
                  <a:pt x="17293844" y="0"/>
                </a:moveTo>
                <a:lnTo>
                  <a:pt x="0" y="0"/>
                </a:lnTo>
                <a:lnTo>
                  <a:pt x="0" y="2057400"/>
                </a:lnTo>
                <a:lnTo>
                  <a:pt x="17293844" y="2057400"/>
                </a:lnTo>
                <a:lnTo>
                  <a:pt x="18288000" y="1028700"/>
                </a:lnTo>
                <a:lnTo>
                  <a:pt x="17293844" y="0"/>
                </a:lnTo>
                <a:close/>
              </a:path>
            </a:pathLst>
          </a:custGeom>
          <a:solidFill>
            <a:srgbClr val="112C62"/>
          </a:solidFill>
          <a:ln w="0">
            <a:noFill/>
          </a:ln>
        </p:spPr>
        <p:style>
          <a:lnRef idx="0"/>
          <a:fillRef idx="0"/>
          <a:effectRef idx="0"/>
          <a:fontRef idx="minor"/>
        </p:style>
        <p:txBody>
          <a:bodyPr lIns="0" tIns="0" rIns="0" bIns="0" anchor="t">
            <a:noAutofit/>
          </a:bodyPr>
          <a:p>
            <a:endParaRPr lang="en-IN" sz="1800" b="0" u="none" strike="noStrike">
              <a:solidFill>
                <a:srgbClr val="FFFFFF"/>
              </a:solidFill>
              <a:effectLst/>
              <a:uFillTx/>
              <a:latin typeface="Arial"/>
            </a:endParaRPr>
          </a:p>
        </p:txBody>
      </p:sp>
      <p:sp>
        <p:nvSpPr>
          <p:cNvPr id="4" name="bg object 18"/>
          <p:cNvSpPr/>
          <p:nvPr/>
        </p:nvSpPr>
        <p:spPr>
          <a:xfrm>
            <a:off x="0" y="581040"/>
            <a:ext cx="18287640" cy="2057040"/>
          </a:xfrm>
          <a:custGeom>
            <a:avLst/>
            <a:gdLst>
              <a:gd name="textAreaLeft" fmla="*/ 0 w 18287640"/>
              <a:gd name="textAreaRight" fmla="*/ 18288000 w 18287640"/>
              <a:gd name="textAreaTop" fmla="*/ 0 h 2057040"/>
              <a:gd name="textAreaBottom" fmla="*/ 2057400 h 2057040"/>
            </a:gdLst>
            <a:ahLst/>
            <a:cxnLst/>
            <a:rect l="textAreaLeft" t="textAreaTop" r="textAreaRight" b="textAreaBottom"/>
            <a:pathLst>
              <a:path w="18288000" h="2057400">
                <a:moveTo>
                  <a:pt x="17293844" y="0"/>
                </a:moveTo>
                <a:lnTo>
                  <a:pt x="0" y="0"/>
                </a:lnTo>
                <a:lnTo>
                  <a:pt x="0" y="2057400"/>
                </a:lnTo>
                <a:lnTo>
                  <a:pt x="17293844" y="2057400"/>
                </a:lnTo>
                <a:lnTo>
                  <a:pt x="18288000" y="1028700"/>
                </a:lnTo>
                <a:lnTo>
                  <a:pt x="17293844" y="0"/>
                </a:lnTo>
                <a:close/>
              </a:path>
            </a:pathLst>
          </a:custGeom>
          <a:noFill/>
          <a:ln w="19050">
            <a:solidFill>
              <a:srgbClr val="112C62"/>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5" name="PlaceHolder 1"/>
          <p:cNvSpPr>
            <a:spLocks noGrp="1"/>
          </p:cNvSpPr>
          <p:nvPr>
            <p:ph type="title"/>
          </p:nvPr>
        </p:nvSpPr>
        <p:spPr>
          <a:xfrm>
            <a:off x="1371600" y="3188880"/>
            <a:ext cx="15544440" cy="899280"/>
          </a:xfrm>
          <a:prstGeom prst="rect">
            <a:avLst/>
          </a:prstGeom>
          <a:noFill/>
          <a:ln w="0">
            <a:noFill/>
          </a:ln>
        </p:spPr>
        <p:txBody>
          <a:bodyPr lIns="0" tIns="0" rIns="0" bIns="0" anchor="t">
            <a:spAutoFit/>
          </a:bodyPr>
          <a:lstStyle>
            <a:lvl1pPr indent="0" algn="l">
              <a:buNone/>
              <a:defRPr lang="en-IN" sz="5900" b="0" u="none" strike="noStrike">
                <a:solidFill>
                  <a:srgbClr val="000000"/>
                </a:solidFill>
                <a:effectLst/>
                <a:uFillTx/>
                <a:latin typeface="Calibri"/>
              </a:defRPr>
            </a:lvl1pPr>
          </a:lstStyle>
          <a:p>
            <a:pPr indent="0" algn="l">
              <a:buNone/>
            </a:pPr>
            <a:r>
              <a:rPr lang="en-IN" sz="5900" b="0" u="none" strike="noStrike">
                <a:solidFill>
                  <a:srgbClr val="000000"/>
                </a:solidFill>
                <a:effectLst/>
                <a:uFillTx/>
                <a:latin typeface="Calibri"/>
              </a:rPr>
              <a:t>Click to edit the title text </a:t>
            </a:r>
            <a:r>
              <a:rPr lang="en-IN" sz="5900" b="0" u="none" strike="noStrike">
                <a:solidFill>
                  <a:srgbClr val="000000"/>
                </a:solidFill>
                <a:effectLst/>
                <a:uFillTx/>
                <a:latin typeface="Calibri"/>
              </a:rPr>
              <a:t>format</a:t>
            </a:r>
            <a:endParaRPr lang="en-IN" sz="5900" b="0" u="none" strike="noStrike">
              <a:solidFill>
                <a:srgbClr val="000000"/>
              </a:solidFill>
              <a:effectLst/>
              <a:uFillTx/>
              <a:latin typeface="Calibri"/>
            </a:endParaRPr>
          </a:p>
        </p:txBody>
      </p:sp>
      <p:sp>
        <p:nvSpPr>
          <p:cNvPr id="6" name="PlaceHolder 2"/>
          <p:cNvSpPr>
            <a:spLocks noGrp="1"/>
          </p:cNvSpPr>
          <p:nvPr>
            <p:ph type="ftr" idx="1"/>
          </p:nvPr>
        </p:nvSpPr>
        <p:spPr>
          <a:xfrm>
            <a:off x="6217920" y="9567000"/>
            <a:ext cx="5851800" cy="514080"/>
          </a:xfrm>
          <a:prstGeom prst="rect">
            <a:avLst/>
          </a:prstGeom>
          <a:noFill/>
          <a:ln w="0">
            <a:noFill/>
          </a:ln>
        </p:spPr>
        <p:txBody>
          <a:bodyPr lIns="0" tIns="0" rIns="0" bIns="0" anchor="t">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7" name="PlaceHolder 3"/>
          <p:cNvSpPr>
            <a:spLocks noGrp="1"/>
          </p:cNvSpPr>
          <p:nvPr>
            <p:ph type="dt" idx="2"/>
          </p:nvPr>
        </p:nvSpPr>
        <p:spPr>
          <a:xfrm>
            <a:off x="914400" y="9567000"/>
            <a:ext cx="4205880" cy="514080"/>
          </a:xfrm>
          <a:prstGeom prst="rect">
            <a:avLst/>
          </a:prstGeom>
          <a:noFill/>
          <a:ln w="0">
            <a:noFill/>
          </a:ln>
        </p:spPr>
        <p:txBody>
          <a:bodyPr lIns="0" tIns="0" rIns="0" bIns="0" anchor="t">
            <a:noAutofit/>
          </a:bodyPr>
          <a:lstStyle>
            <a:lvl1pPr indent="0" algn="l">
              <a:lnSpc>
                <a:spcPct val="100000"/>
              </a:lnSpc>
              <a:buNone/>
              <a:defRPr lang="en-US" sz="1400" b="0" u="none" strike="noStrike">
                <a:solidFill>
                  <a:schemeClr val="dk1">
                    <a:tint val="75000"/>
                  </a:schemeClr>
                </a:solidFill>
                <a:effectLst/>
                <a:uFillTx/>
                <a:latin typeface="Times New Roman"/>
              </a:defRPr>
            </a:lvl1pPr>
          </a:lstStyle>
          <a:p>
            <a:pPr indent="0" algn="l">
              <a:lnSpc>
                <a:spcPct val="100000"/>
              </a:lnSpc>
              <a:buNone/>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8" name="PlaceHolder 4"/>
          <p:cNvSpPr>
            <a:spLocks noGrp="1"/>
          </p:cNvSpPr>
          <p:nvPr>
            <p:ph type="sldNum" idx="3"/>
          </p:nvPr>
        </p:nvSpPr>
        <p:spPr>
          <a:xfrm>
            <a:off x="13167360" y="9567000"/>
            <a:ext cx="4205880" cy="514080"/>
          </a:xfrm>
          <a:prstGeom prst="rect">
            <a:avLst/>
          </a:prstGeom>
          <a:noFill/>
          <a:ln w="0">
            <a:noFill/>
          </a:ln>
        </p:spPr>
        <p:txBody>
          <a:bodyPr lIns="0" tIns="0" rIns="0" bIns="0" anchor="t">
            <a:noAutofit/>
          </a:bodyPr>
          <a:lstStyle>
            <a:lvl1pPr indent="0" algn="r">
              <a:lnSpc>
                <a:spcPct val="100000"/>
              </a:lnSpc>
              <a:buNone/>
              <a:defRPr lang="en-IN" sz="1400" b="0" u="none" strike="noStrike">
                <a:solidFill>
                  <a:schemeClr val="dk1">
                    <a:tint val="75000"/>
                  </a:schemeClr>
                </a:solidFill>
                <a:effectLst/>
                <a:uFillTx/>
                <a:latin typeface="Times New Roman"/>
              </a:defRPr>
            </a:lvl1pPr>
          </a:lstStyle>
          <a:p>
            <a:pPr indent="0" algn="r">
              <a:lnSpc>
                <a:spcPct val="100000"/>
              </a:lnSpc>
              <a:buNone/>
            </a:pPr>
            <a:fld id="{ACDA9182-1D7B-42DD-8C62-180B0C3393B3}" type="slidenum">
              <a:rPr lang="en-IN" sz="1400" b="0" u="none" strike="noStrike">
                <a:solidFill>
                  <a:schemeClr val="dk1">
                    <a:tint val="75000"/>
                  </a:schemeClr>
                </a:solidFill>
                <a:effectLst/>
                <a:uFillTx/>
                <a:latin typeface="Times New Roman"/>
              </a:rPr>
              <a:t>&lt;number&gt;</a:t>
            </a:fld>
            <a:endParaRPr lang="en-IN" sz="14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chemeClr val="lt1"/>
        </a:solidFill>
      </p:bgPr>
    </p:bg>
    <p:spTree>
      <p:nvGrpSpPr>
        <p:cNvPr id="1" name=""/>
        <p:cNvGrpSpPr/>
        <p:nvPr/>
      </p:nvGrpSpPr>
      <p:grpSpPr>
        <a:xfrm>
          <a:off x="0" y="0"/>
          <a:ext cx="0" cy="0"/>
          <a:chOff x="0" y="0"/>
          <a:chExt cx="0" cy="0"/>
        </a:xfrm>
      </p:grpSpPr>
      <p:sp>
        <p:nvSpPr>
          <p:cNvPr id="9" name="bg object 16"/>
          <p:cNvSpPr/>
          <p:nvPr/>
        </p:nvSpPr>
        <p:spPr>
          <a:xfrm>
            <a:off x="0" y="0"/>
            <a:ext cx="18287640" cy="10286640"/>
          </a:xfrm>
          <a:custGeom>
            <a:avLst/>
            <a:gdLst>
              <a:gd name="textAreaLeft" fmla="*/ 0 w 18287640"/>
              <a:gd name="textAreaRight" fmla="*/ 18288000 w 18287640"/>
              <a:gd name="textAreaTop" fmla="*/ 0 h 10286640"/>
              <a:gd name="textAreaBottom" fmla="*/ 10287000 h 10286640"/>
            </a:gdLst>
            <a:ahLst/>
            <a:cxnLst/>
            <a:rect l="textAreaLeft" t="textAreaTop" r="textAreaRight" b="textAreaBottom"/>
            <a:pathLst>
              <a:path w="18288000" h="10287000">
                <a:moveTo>
                  <a:pt x="18288000" y="0"/>
                </a:moveTo>
                <a:lnTo>
                  <a:pt x="0" y="0"/>
                </a:lnTo>
                <a:lnTo>
                  <a:pt x="0" y="10287000"/>
                </a:lnTo>
                <a:lnTo>
                  <a:pt x="18288000" y="10287000"/>
                </a:lnTo>
                <a:lnTo>
                  <a:pt x="18288000" y="0"/>
                </a:lnTo>
                <a:close/>
              </a:path>
            </a:pathLst>
          </a:custGeom>
          <a:solidFill>
            <a:srgbClr val="F5FFFF"/>
          </a:solidFill>
          <a:ln w="0">
            <a:noFill/>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10" name="bg object 17"/>
          <p:cNvSpPr/>
          <p:nvPr/>
        </p:nvSpPr>
        <p:spPr>
          <a:xfrm>
            <a:off x="0" y="581040"/>
            <a:ext cx="18287640" cy="2057040"/>
          </a:xfrm>
          <a:custGeom>
            <a:avLst/>
            <a:gdLst>
              <a:gd name="textAreaLeft" fmla="*/ 0 w 18287640"/>
              <a:gd name="textAreaRight" fmla="*/ 18288000 w 18287640"/>
              <a:gd name="textAreaTop" fmla="*/ 0 h 2057040"/>
              <a:gd name="textAreaBottom" fmla="*/ 2057400 h 2057040"/>
            </a:gdLst>
            <a:ahLst/>
            <a:cxnLst/>
            <a:rect l="textAreaLeft" t="textAreaTop" r="textAreaRight" b="textAreaBottom"/>
            <a:pathLst>
              <a:path w="18288000" h="2057400">
                <a:moveTo>
                  <a:pt x="17293844" y="0"/>
                </a:moveTo>
                <a:lnTo>
                  <a:pt x="0" y="0"/>
                </a:lnTo>
                <a:lnTo>
                  <a:pt x="0" y="2057400"/>
                </a:lnTo>
                <a:lnTo>
                  <a:pt x="17293844" y="2057400"/>
                </a:lnTo>
                <a:lnTo>
                  <a:pt x="18288000" y="1028700"/>
                </a:lnTo>
                <a:lnTo>
                  <a:pt x="17293844" y="0"/>
                </a:lnTo>
                <a:close/>
              </a:path>
            </a:pathLst>
          </a:custGeom>
          <a:solidFill>
            <a:srgbClr val="112C62"/>
          </a:solidFill>
          <a:ln w="0">
            <a:noFill/>
          </a:ln>
        </p:spPr>
        <p:style>
          <a:lnRef idx="0"/>
          <a:fillRef idx="0"/>
          <a:effectRef idx="0"/>
          <a:fontRef idx="minor"/>
        </p:style>
        <p:txBody>
          <a:bodyPr lIns="0" tIns="0" rIns="0" bIns="0" anchor="t">
            <a:noAutofit/>
          </a:bodyPr>
          <a:p>
            <a:endParaRPr lang="en-IN" sz="1800" b="0" u="none" strike="noStrike">
              <a:solidFill>
                <a:srgbClr val="FFFFFF"/>
              </a:solidFill>
              <a:effectLst/>
              <a:uFillTx/>
              <a:latin typeface="Arial"/>
            </a:endParaRPr>
          </a:p>
        </p:txBody>
      </p:sp>
      <p:sp>
        <p:nvSpPr>
          <p:cNvPr id="11" name="bg object 18"/>
          <p:cNvSpPr/>
          <p:nvPr/>
        </p:nvSpPr>
        <p:spPr>
          <a:xfrm>
            <a:off x="0" y="581040"/>
            <a:ext cx="18287640" cy="2057040"/>
          </a:xfrm>
          <a:custGeom>
            <a:avLst/>
            <a:gdLst>
              <a:gd name="textAreaLeft" fmla="*/ 0 w 18287640"/>
              <a:gd name="textAreaRight" fmla="*/ 18288000 w 18287640"/>
              <a:gd name="textAreaTop" fmla="*/ 0 h 2057040"/>
              <a:gd name="textAreaBottom" fmla="*/ 2057400 h 2057040"/>
            </a:gdLst>
            <a:ahLst/>
            <a:cxnLst/>
            <a:rect l="textAreaLeft" t="textAreaTop" r="textAreaRight" b="textAreaBottom"/>
            <a:pathLst>
              <a:path w="18288000" h="2057400">
                <a:moveTo>
                  <a:pt x="17293844" y="0"/>
                </a:moveTo>
                <a:lnTo>
                  <a:pt x="0" y="0"/>
                </a:lnTo>
                <a:lnTo>
                  <a:pt x="0" y="2057400"/>
                </a:lnTo>
                <a:lnTo>
                  <a:pt x="17293844" y="2057400"/>
                </a:lnTo>
                <a:lnTo>
                  <a:pt x="18288000" y="1028700"/>
                </a:lnTo>
                <a:lnTo>
                  <a:pt x="17293844" y="0"/>
                </a:lnTo>
                <a:close/>
              </a:path>
            </a:pathLst>
          </a:custGeom>
          <a:noFill/>
          <a:ln w="19050">
            <a:solidFill>
              <a:srgbClr val="112C62"/>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12" name="PlaceHolder 1"/>
          <p:cNvSpPr>
            <a:spLocks noGrp="1"/>
          </p:cNvSpPr>
          <p:nvPr>
            <p:ph type="title"/>
          </p:nvPr>
        </p:nvSpPr>
        <p:spPr>
          <a:xfrm>
            <a:off x="2550960" y="550800"/>
            <a:ext cx="13186080" cy="1431000"/>
          </a:xfrm>
          <a:prstGeom prst="rect">
            <a:avLst/>
          </a:prstGeom>
          <a:noFill/>
          <a:ln w="0">
            <a:noFill/>
          </a:ln>
        </p:spPr>
        <p:txBody>
          <a:bodyPr lIns="0" tIns="0" rIns="0" bIns="0" anchor="t">
            <a:noAutofit/>
          </a:bodyPr>
          <a:lstStyle>
            <a:lvl1pPr indent="0" algn="l">
              <a:buNone/>
              <a:defRPr lang="en-IN" sz="5900" b="0" u="none" strike="noStrike">
                <a:solidFill>
                  <a:srgbClr val="000000"/>
                </a:solidFill>
                <a:effectLst/>
                <a:uFillTx/>
                <a:latin typeface="Calibri"/>
              </a:defRPr>
            </a:lvl1pPr>
          </a:lstStyle>
          <a:p>
            <a:pPr indent="0" algn="l">
              <a:buNone/>
            </a:pPr>
            <a:r>
              <a:rPr lang="en-IN" sz="5900" b="0" u="none" strike="noStrike">
                <a:solidFill>
                  <a:srgbClr val="000000"/>
                </a:solidFill>
                <a:effectLst/>
                <a:uFillTx/>
                <a:latin typeface="Calibri"/>
              </a:rPr>
              <a:t>Click to edit the title text format</a:t>
            </a:r>
            <a:endParaRPr lang="en-IN" sz="5900" b="0" u="none" strike="noStrike">
              <a:solidFill>
                <a:srgbClr val="000000"/>
              </a:solidFill>
              <a:effectLst/>
              <a:uFillTx/>
              <a:latin typeface="Calibri"/>
            </a:endParaRPr>
          </a:p>
        </p:txBody>
      </p:sp>
      <p:sp>
        <p:nvSpPr>
          <p:cNvPr id="13" name="PlaceHolder 2"/>
          <p:cNvSpPr>
            <a:spLocks noGrp="1"/>
          </p:cNvSpPr>
          <p:nvPr>
            <p:ph type="body"/>
          </p:nvPr>
        </p:nvSpPr>
        <p:spPr>
          <a:xfrm>
            <a:off x="2929680" y="2911320"/>
            <a:ext cx="13453920" cy="6325560"/>
          </a:xfrm>
          <a:prstGeom prst="rect">
            <a:avLst/>
          </a:prstGeom>
          <a:noFill/>
          <a:ln w="0">
            <a:noFill/>
          </a:ln>
        </p:spPr>
        <p:txBody>
          <a:bodyPr lIns="0" tIns="0" rIns="0" bIns="0" anchor="t">
            <a:noAutofit/>
          </a:bodyPr>
          <a:lstStyle>
            <a:lvl1pPr algn="l">
              <a:spcBef>
                <a:spcPts val="1417"/>
              </a:spcBef>
              <a:buClr>
                <a:srgbClr val="000000"/>
              </a:buClr>
              <a:buSzPct val="45000"/>
              <a:buFont typeface="Wingdings" charset="2"/>
              <a:buChar char=""/>
              <a:defRPr lang="en-IN" sz="1800" b="0" u="none" strike="noStrike">
                <a:solidFill>
                  <a:srgbClr val="000000"/>
                </a:solidFill>
                <a:effectLst/>
                <a:uFillTx/>
                <a:latin typeface="Calibri"/>
              </a:defRPr>
            </a:lvl1pPr>
            <a:lvl2pPr lvl="1" algn="l">
              <a:spcBef>
                <a:spcPts val="1134"/>
              </a:spcBef>
              <a:buClr>
                <a:srgbClr val="000000"/>
              </a:buClr>
              <a:buSzPct val="75000"/>
              <a:buFont typeface="Symbol" charset="2"/>
              <a:buChar char=""/>
              <a:defRPr lang="en-IN" sz="1800" b="0" u="none" strike="noStrike">
                <a:solidFill>
                  <a:srgbClr val="000000"/>
                </a:solidFill>
                <a:effectLst/>
                <a:uFillTx/>
                <a:latin typeface="Calibri"/>
              </a:defRPr>
            </a:lvl2pPr>
            <a:lvl3pPr lvl="2" algn="l">
              <a:spcBef>
                <a:spcPts val="850"/>
              </a:spcBef>
              <a:buClr>
                <a:srgbClr val="000000"/>
              </a:buClr>
              <a:buSzPct val="45000"/>
              <a:buFont typeface="Wingdings" charset="2"/>
              <a:buChar char=""/>
              <a:defRPr lang="en-IN" sz="1800" b="0" u="none" strike="noStrike">
                <a:solidFill>
                  <a:srgbClr val="000000"/>
                </a:solidFill>
                <a:effectLst/>
                <a:uFillTx/>
                <a:latin typeface="Calibri"/>
              </a:defRPr>
            </a:lvl3pPr>
            <a:lvl4pPr lvl="3" algn="l">
              <a:spcBef>
                <a:spcPts val="567"/>
              </a:spcBef>
              <a:buClr>
                <a:srgbClr val="000000"/>
              </a:buClr>
              <a:buSzPct val="75000"/>
              <a:buFont typeface="Symbol" charset="2"/>
              <a:buChar char=""/>
              <a:defRPr lang="en-IN" sz="1800" b="0" u="none" strike="noStrike">
                <a:solidFill>
                  <a:srgbClr val="000000"/>
                </a:solidFill>
                <a:effectLst/>
                <a:uFillTx/>
                <a:latin typeface="Calibri"/>
              </a:defRPr>
            </a:lvl4pPr>
            <a:lvl5pPr lvl="4" algn="l">
              <a:spcBef>
                <a:spcPts val="283"/>
              </a:spcBef>
              <a:buClr>
                <a:srgbClr val="000000"/>
              </a:buClr>
              <a:buSzPct val="45000"/>
              <a:buFont typeface="Wingdings" charset="2"/>
              <a:buChar char=""/>
              <a:defRPr lang="en-IN" sz="1800" b="0" u="none" strike="noStrike">
                <a:solidFill>
                  <a:srgbClr val="000000"/>
                </a:solidFill>
                <a:effectLst/>
                <a:uFillTx/>
                <a:latin typeface="Calibri"/>
              </a:defRPr>
            </a:lvl5pPr>
            <a:lvl6pPr lvl="5" algn="l">
              <a:spcBef>
                <a:spcPts val="283"/>
              </a:spcBef>
              <a:buClr>
                <a:srgbClr val="000000"/>
              </a:buClr>
              <a:buSzPct val="45000"/>
              <a:buFont typeface="Wingdings" charset="2"/>
              <a:buChar char=""/>
              <a:defRPr lang="en-IN" sz="1800" b="0" u="none" strike="noStrike">
                <a:solidFill>
                  <a:srgbClr val="000000"/>
                </a:solidFill>
                <a:effectLst/>
                <a:uFillTx/>
                <a:latin typeface="Calibri"/>
              </a:defRPr>
            </a:lvl6pPr>
            <a:lvl7pPr lvl="6" algn="l">
              <a:spcBef>
                <a:spcPts val="283"/>
              </a:spcBef>
              <a:buClr>
                <a:srgbClr val="000000"/>
              </a:buClr>
              <a:buSzPct val="45000"/>
              <a:buFont typeface="Wingdings" charset="2"/>
              <a:buChar char=""/>
              <a:defRPr lang="en-IN" sz="1800" b="0" u="none" strike="noStrike">
                <a:solidFill>
                  <a:srgbClr val="000000"/>
                </a:solidFill>
                <a:effectLst/>
                <a:uFillTx/>
                <a:latin typeface="Calibri"/>
              </a:defRPr>
            </a:lvl7pPr>
          </a:lstStyle>
          <a:p>
            <a:pPr indent="-324000" algn="l">
              <a:spcBef>
                <a:spcPts val="1417"/>
              </a:spcBef>
              <a:buClr>
                <a:srgbClr val="000000"/>
              </a:buClr>
              <a:buSzPct val="45000"/>
              <a:buFont typeface="Wingdings" charset="2"/>
              <a:buChar char=""/>
            </a:pPr>
            <a:r>
              <a:rPr lang="en-IN" sz="1800" b="0" u="none" strike="noStrike">
                <a:solidFill>
                  <a:srgbClr val="000000"/>
                </a:solidFill>
                <a:effectLst/>
                <a:uFillTx/>
                <a:latin typeface="Calibri"/>
              </a:rPr>
              <a:t>Click to edit the outline text format</a:t>
            </a:r>
            <a:endParaRPr lang="en-IN" sz="1800" b="0" u="none" strike="noStrike">
              <a:solidFill>
                <a:srgbClr val="000000"/>
              </a:solidFill>
              <a:effectLst/>
              <a:uFillTx/>
              <a:latin typeface="Calibri"/>
            </a:endParaRPr>
          </a:p>
          <a:p>
            <a:pPr marL="457200" lvl="1" indent="-324000" algn="l">
              <a:spcBef>
                <a:spcPts val="1134"/>
              </a:spcBef>
              <a:buClr>
                <a:srgbClr val="000000"/>
              </a:buClr>
              <a:buSzPct val="75000"/>
              <a:buFont typeface="Symbol" charset="2"/>
              <a:buChar char=""/>
            </a:pPr>
            <a:r>
              <a:rPr lang="en-IN" sz="1800" b="0" u="none" strike="noStrike">
                <a:solidFill>
                  <a:srgbClr val="000000"/>
                </a:solidFill>
                <a:effectLst/>
                <a:uFillTx/>
                <a:latin typeface="Calibri"/>
              </a:rPr>
              <a:t>Second Outline Level</a:t>
            </a:r>
            <a:endParaRPr lang="en-IN" sz="1800" b="0" u="none" strike="noStrike">
              <a:solidFill>
                <a:srgbClr val="000000"/>
              </a:solidFill>
              <a:effectLst/>
              <a:uFillTx/>
              <a:latin typeface="Calibri"/>
            </a:endParaRPr>
          </a:p>
          <a:p>
            <a:pPr marL="914400" lvl="2" indent="-288000" algn="l">
              <a:spcBef>
                <a:spcPts val="850"/>
              </a:spcBef>
              <a:buClr>
                <a:srgbClr val="000000"/>
              </a:buClr>
              <a:buSzPct val="45000"/>
              <a:buFont typeface="Wingdings" charset="2"/>
              <a:buChar char=""/>
            </a:pPr>
            <a:r>
              <a:rPr lang="en-IN" sz="1800" b="0" u="none" strike="noStrike">
                <a:solidFill>
                  <a:srgbClr val="000000"/>
                </a:solidFill>
                <a:effectLst/>
                <a:uFillTx/>
                <a:latin typeface="Calibri"/>
              </a:rPr>
              <a:t>Third Outline Level</a:t>
            </a:r>
            <a:endParaRPr lang="en-IN" sz="1800" b="0" u="none" strike="noStrike">
              <a:solidFill>
                <a:srgbClr val="000000"/>
              </a:solidFill>
              <a:effectLst/>
              <a:uFillTx/>
              <a:latin typeface="Calibri"/>
            </a:endParaRPr>
          </a:p>
          <a:p>
            <a:pPr marL="1371600" lvl="3" indent="-216000" algn="l">
              <a:spcBef>
                <a:spcPts val="567"/>
              </a:spcBef>
              <a:buClr>
                <a:srgbClr val="000000"/>
              </a:buClr>
              <a:buSzPct val="75000"/>
              <a:buFont typeface="Symbol" charset="2"/>
              <a:buChar char=""/>
            </a:pPr>
            <a:r>
              <a:rPr lang="en-IN" sz="1800" b="0" u="none" strike="noStrike">
                <a:solidFill>
                  <a:srgbClr val="000000"/>
                </a:solidFill>
                <a:effectLst/>
                <a:uFillTx/>
                <a:latin typeface="Calibri"/>
              </a:rPr>
              <a:t>Fourth Outline Level</a:t>
            </a:r>
            <a:endParaRPr lang="en-IN" sz="1800" b="0" u="none" strike="noStrike">
              <a:solidFill>
                <a:srgbClr val="000000"/>
              </a:solidFill>
              <a:effectLst/>
              <a:uFillTx/>
              <a:latin typeface="Calibri"/>
            </a:endParaRPr>
          </a:p>
          <a:p>
            <a:pPr marL="1828800" lvl="4" indent="-216000" algn="l">
              <a:spcBef>
                <a:spcPts val="283"/>
              </a:spcBef>
              <a:buClr>
                <a:srgbClr val="000000"/>
              </a:buClr>
              <a:buSzPct val="45000"/>
              <a:buFont typeface="Wingdings" charset="2"/>
              <a:buChar char=""/>
            </a:pPr>
            <a:r>
              <a:rPr lang="en-IN" sz="1800" b="0" u="none" strike="noStrike">
                <a:solidFill>
                  <a:srgbClr val="000000"/>
                </a:solidFill>
                <a:effectLst/>
                <a:uFillTx/>
                <a:latin typeface="Calibri"/>
              </a:rPr>
              <a:t>Fifth Outline Level</a:t>
            </a:r>
            <a:endParaRPr lang="en-IN" sz="1800" b="0" u="none" strike="noStrike">
              <a:solidFill>
                <a:srgbClr val="000000"/>
              </a:solidFill>
              <a:effectLst/>
              <a:uFillTx/>
              <a:latin typeface="Calibri"/>
            </a:endParaRPr>
          </a:p>
          <a:p>
            <a:pPr marL="2286000" lvl="5" indent="-216000" algn="l">
              <a:spcBef>
                <a:spcPts val="283"/>
              </a:spcBef>
              <a:buClr>
                <a:srgbClr val="000000"/>
              </a:buClr>
              <a:buSzPct val="45000"/>
              <a:buFont typeface="Wingdings" charset="2"/>
              <a:buChar char=""/>
            </a:pPr>
            <a:r>
              <a:rPr lang="en-IN" sz="1800" b="0" u="none" strike="noStrike">
                <a:solidFill>
                  <a:srgbClr val="000000"/>
                </a:solidFill>
                <a:effectLst/>
                <a:uFillTx/>
                <a:latin typeface="Calibri"/>
              </a:rPr>
              <a:t>Sixth Outline Level</a:t>
            </a:r>
            <a:endParaRPr lang="en-IN" sz="1800" b="0" u="none" strike="noStrike">
              <a:solidFill>
                <a:srgbClr val="000000"/>
              </a:solidFill>
              <a:effectLst/>
              <a:uFillTx/>
              <a:latin typeface="Calibri"/>
            </a:endParaRPr>
          </a:p>
          <a:p>
            <a:pPr marL="2743200" lvl="6" indent="-216000" algn="l">
              <a:spcBef>
                <a:spcPts val="283"/>
              </a:spcBef>
              <a:buClr>
                <a:srgbClr val="000000"/>
              </a:buClr>
              <a:buSzPct val="45000"/>
              <a:buFont typeface="Wingdings" charset="2"/>
              <a:buChar char=""/>
            </a:pPr>
            <a:r>
              <a:rPr lang="en-IN" sz="1800" b="0" u="none" strike="noStrike">
                <a:solidFill>
                  <a:srgbClr val="000000"/>
                </a:solidFill>
                <a:effectLst/>
                <a:uFillTx/>
                <a:latin typeface="Calibri"/>
              </a:rPr>
              <a:t>Seventh Outline Level</a:t>
            </a:r>
            <a:endParaRPr lang="en-IN" sz="1800" b="0" u="none" strike="noStrike">
              <a:solidFill>
                <a:srgbClr val="000000"/>
              </a:solidFill>
              <a:effectLst/>
              <a:uFillTx/>
              <a:latin typeface="Calibri"/>
            </a:endParaRPr>
          </a:p>
        </p:txBody>
      </p:sp>
      <p:sp>
        <p:nvSpPr>
          <p:cNvPr id="14" name="PlaceHolder 3"/>
          <p:cNvSpPr>
            <a:spLocks noGrp="1"/>
          </p:cNvSpPr>
          <p:nvPr>
            <p:ph type="ftr" idx="4"/>
          </p:nvPr>
        </p:nvSpPr>
        <p:spPr>
          <a:xfrm>
            <a:off x="6217920" y="9567000"/>
            <a:ext cx="5851800" cy="514080"/>
          </a:xfrm>
          <a:prstGeom prst="rect">
            <a:avLst/>
          </a:prstGeom>
          <a:noFill/>
          <a:ln w="0">
            <a:noFill/>
          </a:ln>
        </p:spPr>
        <p:txBody>
          <a:bodyPr lIns="0" tIns="0" rIns="0" bIns="0" anchor="t">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5" name="PlaceHolder 4"/>
          <p:cNvSpPr>
            <a:spLocks noGrp="1"/>
          </p:cNvSpPr>
          <p:nvPr>
            <p:ph type="dt" idx="5"/>
          </p:nvPr>
        </p:nvSpPr>
        <p:spPr>
          <a:xfrm>
            <a:off x="914400" y="9567000"/>
            <a:ext cx="4205880" cy="514080"/>
          </a:xfrm>
          <a:prstGeom prst="rect">
            <a:avLst/>
          </a:prstGeom>
          <a:noFill/>
          <a:ln w="0">
            <a:noFill/>
          </a:ln>
        </p:spPr>
        <p:txBody>
          <a:bodyPr lIns="0" tIns="0" rIns="0" bIns="0" anchor="t">
            <a:noAutofit/>
          </a:bodyPr>
          <a:lstStyle>
            <a:lvl1pPr indent="0" algn="l">
              <a:lnSpc>
                <a:spcPct val="100000"/>
              </a:lnSpc>
              <a:buNone/>
              <a:defRPr lang="en-US" sz="1400" b="0" u="none" strike="noStrike">
                <a:solidFill>
                  <a:schemeClr val="dk1">
                    <a:tint val="75000"/>
                  </a:schemeClr>
                </a:solidFill>
                <a:effectLst/>
                <a:uFillTx/>
                <a:latin typeface="Times New Roman"/>
              </a:defRPr>
            </a:lvl1pPr>
          </a:lstStyle>
          <a:p>
            <a:pPr indent="0" algn="l">
              <a:lnSpc>
                <a:spcPct val="100000"/>
              </a:lnSpc>
              <a:buNone/>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6" name="PlaceHolder 5"/>
          <p:cNvSpPr>
            <a:spLocks noGrp="1"/>
          </p:cNvSpPr>
          <p:nvPr>
            <p:ph type="sldNum" idx="6"/>
          </p:nvPr>
        </p:nvSpPr>
        <p:spPr>
          <a:xfrm>
            <a:off x="13167360" y="9567000"/>
            <a:ext cx="4205880" cy="514080"/>
          </a:xfrm>
          <a:prstGeom prst="rect">
            <a:avLst/>
          </a:prstGeom>
          <a:noFill/>
          <a:ln w="0">
            <a:noFill/>
          </a:ln>
        </p:spPr>
        <p:txBody>
          <a:bodyPr lIns="0" tIns="0" rIns="0" bIns="0" anchor="t">
            <a:noAutofit/>
          </a:bodyPr>
          <a:lstStyle>
            <a:lvl1pPr indent="0" algn="r">
              <a:lnSpc>
                <a:spcPct val="100000"/>
              </a:lnSpc>
              <a:buNone/>
              <a:defRPr lang="en-IN" sz="1400" b="0" u="none" strike="noStrike">
                <a:solidFill>
                  <a:schemeClr val="dk1">
                    <a:tint val="75000"/>
                  </a:schemeClr>
                </a:solidFill>
                <a:effectLst/>
                <a:uFillTx/>
                <a:latin typeface="Times New Roman"/>
              </a:defRPr>
            </a:lvl1pPr>
          </a:lstStyle>
          <a:p>
            <a:pPr indent="0" algn="r">
              <a:lnSpc>
                <a:spcPct val="100000"/>
              </a:lnSpc>
              <a:buNone/>
            </a:pPr>
            <a:fld id="{9CB53A80-35BC-4754-B238-88C085158FDE}" type="slidenum">
              <a:rPr lang="en-IN" sz="1400" b="0" u="none" strike="noStrike">
                <a:solidFill>
                  <a:schemeClr val="dk1">
                    <a:tint val="75000"/>
                  </a:schemeClr>
                </a:solidFill>
                <a:effectLst/>
                <a:uFillTx/>
                <a:latin typeface="Times New Roman"/>
              </a:rPr>
              <a:t>&lt;number&gt;</a:t>
            </a:fld>
            <a:endParaRPr lang="en-IN" sz="14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wo Content">
    <p:bg>
      <p:bgPr>
        <a:solidFill>
          <a:schemeClr val="lt1"/>
        </a:solidFill>
      </p:bgPr>
    </p:bg>
    <p:spTree>
      <p:nvGrpSpPr>
        <p:cNvPr id="1" name=""/>
        <p:cNvGrpSpPr/>
        <p:nvPr/>
      </p:nvGrpSpPr>
      <p:grpSpPr>
        <a:xfrm>
          <a:off x="0" y="0"/>
          <a:ext cx="0" cy="0"/>
          <a:chOff x="0" y="0"/>
          <a:chExt cx="0" cy="0"/>
        </a:xfrm>
      </p:grpSpPr>
      <p:sp>
        <p:nvSpPr>
          <p:cNvPr id="17" name="bg object 16"/>
          <p:cNvSpPr/>
          <p:nvPr/>
        </p:nvSpPr>
        <p:spPr>
          <a:xfrm>
            <a:off x="0" y="0"/>
            <a:ext cx="18287640" cy="10286640"/>
          </a:xfrm>
          <a:custGeom>
            <a:avLst/>
            <a:gdLst>
              <a:gd name="textAreaLeft" fmla="*/ 0 w 18287640"/>
              <a:gd name="textAreaRight" fmla="*/ 18288000 w 18287640"/>
              <a:gd name="textAreaTop" fmla="*/ 0 h 10286640"/>
              <a:gd name="textAreaBottom" fmla="*/ 10287000 h 10286640"/>
            </a:gdLst>
            <a:ahLst/>
            <a:cxnLst/>
            <a:rect l="textAreaLeft" t="textAreaTop" r="textAreaRight" b="textAreaBottom"/>
            <a:pathLst>
              <a:path w="18288000" h="10287000">
                <a:moveTo>
                  <a:pt x="18288000" y="0"/>
                </a:moveTo>
                <a:lnTo>
                  <a:pt x="0" y="0"/>
                </a:lnTo>
                <a:lnTo>
                  <a:pt x="0" y="10287000"/>
                </a:lnTo>
                <a:lnTo>
                  <a:pt x="18288000" y="10287000"/>
                </a:lnTo>
                <a:lnTo>
                  <a:pt x="18288000" y="0"/>
                </a:lnTo>
                <a:close/>
              </a:path>
            </a:pathLst>
          </a:custGeom>
          <a:solidFill>
            <a:srgbClr val="F5FFFF"/>
          </a:solidFill>
          <a:ln w="0">
            <a:noFill/>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18" name="bg object 17"/>
          <p:cNvSpPr/>
          <p:nvPr/>
        </p:nvSpPr>
        <p:spPr>
          <a:xfrm>
            <a:off x="0" y="581040"/>
            <a:ext cx="18287640" cy="2057040"/>
          </a:xfrm>
          <a:custGeom>
            <a:avLst/>
            <a:gdLst>
              <a:gd name="textAreaLeft" fmla="*/ 0 w 18287640"/>
              <a:gd name="textAreaRight" fmla="*/ 18288000 w 18287640"/>
              <a:gd name="textAreaTop" fmla="*/ 0 h 2057040"/>
              <a:gd name="textAreaBottom" fmla="*/ 2057400 h 2057040"/>
            </a:gdLst>
            <a:ahLst/>
            <a:cxnLst/>
            <a:rect l="textAreaLeft" t="textAreaTop" r="textAreaRight" b="textAreaBottom"/>
            <a:pathLst>
              <a:path w="18288000" h="2057400">
                <a:moveTo>
                  <a:pt x="17293844" y="0"/>
                </a:moveTo>
                <a:lnTo>
                  <a:pt x="0" y="0"/>
                </a:lnTo>
                <a:lnTo>
                  <a:pt x="0" y="2057400"/>
                </a:lnTo>
                <a:lnTo>
                  <a:pt x="17293844" y="2057400"/>
                </a:lnTo>
                <a:lnTo>
                  <a:pt x="18288000" y="1028700"/>
                </a:lnTo>
                <a:lnTo>
                  <a:pt x="17293844" y="0"/>
                </a:lnTo>
                <a:close/>
              </a:path>
            </a:pathLst>
          </a:custGeom>
          <a:solidFill>
            <a:srgbClr val="112C62"/>
          </a:solidFill>
          <a:ln w="0">
            <a:noFill/>
          </a:ln>
        </p:spPr>
        <p:style>
          <a:lnRef idx="0"/>
          <a:fillRef idx="0"/>
          <a:effectRef idx="0"/>
          <a:fontRef idx="minor"/>
        </p:style>
        <p:txBody>
          <a:bodyPr lIns="0" tIns="0" rIns="0" bIns="0" anchor="t">
            <a:noAutofit/>
          </a:bodyPr>
          <a:p>
            <a:endParaRPr lang="en-IN" sz="1800" b="0" u="none" strike="noStrike">
              <a:solidFill>
                <a:srgbClr val="FFFFFF"/>
              </a:solidFill>
              <a:effectLst/>
              <a:uFillTx/>
              <a:latin typeface="Arial"/>
            </a:endParaRPr>
          </a:p>
        </p:txBody>
      </p:sp>
      <p:sp>
        <p:nvSpPr>
          <p:cNvPr id="19" name="bg object 18"/>
          <p:cNvSpPr/>
          <p:nvPr/>
        </p:nvSpPr>
        <p:spPr>
          <a:xfrm>
            <a:off x="0" y="581040"/>
            <a:ext cx="18287640" cy="2057040"/>
          </a:xfrm>
          <a:custGeom>
            <a:avLst/>
            <a:gdLst>
              <a:gd name="textAreaLeft" fmla="*/ 0 w 18287640"/>
              <a:gd name="textAreaRight" fmla="*/ 18288000 w 18287640"/>
              <a:gd name="textAreaTop" fmla="*/ 0 h 2057040"/>
              <a:gd name="textAreaBottom" fmla="*/ 2057400 h 2057040"/>
            </a:gdLst>
            <a:ahLst/>
            <a:cxnLst/>
            <a:rect l="textAreaLeft" t="textAreaTop" r="textAreaRight" b="textAreaBottom"/>
            <a:pathLst>
              <a:path w="18288000" h="2057400">
                <a:moveTo>
                  <a:pt x="17293844" y="0"/>
                </a:moveTo>
                <a:lnTo>
                  <a:pt x="0" y="0"/>
                </a:lnTo>
                <a:lnTo>
                  <a:pt x="0" y="2057400"/>
                </a:lnTo>
                <a:lnTo>
                  <a:pt x="17293844" y="2057400"/>
                </a:lnTo>
                <a:lnTo>
                  <a:pt x="18288000" y="1028700"/>
                </a:lnTo>
                <a:lnTo>
                  <a:pt x="17293844" y="0"/>
                </a:lnTo>
                <a:close/>
              </a:path>
            </a:pathLst>
          </a:custGeom>
          <a:noFill/>
          <a:ln w="19050">
            <a:solidFill>
              <a:srgbClr val="112C62"/>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20" name="PlaceHolder 1"/>
          <p:cNvSpPr>
            <a:spLocks noGrp="1"/>
          </p:cNvSpPr>
          <p:nvPr>
            <p:ph type="title"/>
          </p:nvPr>
        </p:nvSpPr>
        <p:spPr>
          <a:xfrm>
            <a:off x="2550960" y="550800"/>
            <a:ext cx="13186080" cy="1431000"/>
          </a:xfrm>
          <a:prstGeom prst="rect">
            <a:avLst/>
          </a:prstGeom>
          <a:noFill/>
          <a:ln w="0">
            <a:noFill/>
          </a:ln>
        </p:spPr>
        <p:txBody>
          <a:bodyPr lIns="0" tIns="0" rIns="0" bIns="0" anchor="t">
            <a:noAutofit/>
          </a:bodyPr>
          <a:lstStyle>
            <a:lvl1pPr indent="0" algn="l">
              <a:buNone/>
              <a:defRPr lang="en-IN" sz="5900" b="0" u="none" strike="noStrike">
                <a:solidFill>
                  <a:srgbClr val="000000"/>
                </a:solidFill>
                <a:effectLst/>
                <a:uFillTx/>
                <a:latin typeface="Calibri"/>
              </a:defRPr>
            </a:lvl1pPr>
          </a:lstStyle>
          <a:p>
            <a:pPr indent="0" algn="l">
              <a:buNone/>
            </a:pPr>
            <a:r>
              <a:rPr lang="en-IN" sz="5900" b="0" u="none" strike="noStrike">
                <a:solidFill>
                  <a:srgbClr val="000000"/>
                </a:solidFill>
                <a:effectLst/>
                <a:uFillTx/>
                <a:latin typeface="Calibri"/>
              </a:rPr>
              <a:t>Click to edit the title text format</a:t>
            </a:r>
            <a:endParaRPr lang="en-IN" sz="5900" b="0" u="none" strike="noStrike">
              <a:solidFill>
                <a:srgbClr val="000000"/>
              </a:solidFill>
              <a:effectLst/>
              <a:uFillTx/>
              <a:latin typeface="Calibri"/>
            </a:endParaRPr>
          </a:p>
        </p:txBody>
      </p:sp>
      <p:sp>
        <p:nvSpPr>
          <p:cNvPr id="21" name="PlaceHolder 2"/>
          <p:cNvSpPr>
            <a:spLocks noGrp="1"/>
          </p:cNvSpPr>
          <p:nvPr>
            <p:ph type="body"/>
          </p:nvPr>
        </p:nvSpPr>
        <p:spPr>
          <a:xfrm>
            <a:off x="914400" y="2365920"/>
            <a:ext cx="7954920" cy="2352600"/>
          </a:xfrm>
          <a:prstGeom prst="rect">
            <a:avLst/>
          </a:prstGeom>
          <a:noFill/>
          <a:ln w="0">
            <a:noFill/>
          </a:ln>
        </p:spPr>
        <p:txBody>
          <a:bodyPr lIns="0" tIns="0" rIns="0" bIns="0" anchor="t">
            <a:spAutoFit/>
          </a:bodyPr>
          <a:lstStyle>
            <a:lvl1pPr algn="l">
              <a:spcBef>
                <a:spcPts val="1417"/>
              </a:spcBef>
              <a:buClr>
                <a:srgbClr val="000000"/>
              </a:buClr>
              <a:buSzPct val="45000"/>
              <a:buFont typeface="Wingdings" charset="2"/>
              <a:buChar char=""/>
              <a:defRPr lang="en-IN" sz="1800" b="0" u="none" strike="noStrike">
                <a:solidFill>
                  <a:srgbClr val="000000"/>
                </a:solidFill>
                <a:effectLst/>
                <a:uFillTx/>
                <a:latin typeface="Calibri"/>
              </a:defRPr>
            </a:lvl1pPr>
            <a:lvl2pPr lvl="1" algn="l">
              <a:spcBef>
                <a:spcPts val="1134"/>
              </a:spcBef>
              <a:buClr>
                <a:srgbClr val="000000"/>
              </a:buClr>
              <a:buSzPct val="75000"/>
              <a:buFont typeface="Symbol" charset="2"/>
              <a:buChar char=""/>
              <a:defRPr lang="en-IN" sz="1800" b="0" u="none" strike="noStrike">
                <a:solidFill>
                  <a:srgbClr val="000000"/>
                </a:solidFill>
                <a:effectLst/>
                <a:uFillTx/>
                <a:latin typeface="Calibri"/>
              </a:defRPr>
            </a:lvl2pPr>
            <a:lvl3pPr lvl="2" algn="l">
              <a:spcBef>
                <a:spcPts val="850"/>
              </a:spcBef>
              <a:buClr>
                <a:srgbClr val="000000"/>
              </a:buClr>
              <a:buSzPct val="45000"/>
              <a:buFont typeface="Wingdings" charset="2"/>
              <a:buChar char=""/>
              <a:defRPr lang="en-IN" sz="1800" b="0" u="none" strike="noStrike">
                <a:solidFill>
                  <a:srgbClr val="000000"/>
                </a:solidFill>
                <a:effectLst/>
                <a:uFillTx/>
                <a:latin typeface="Calibri"/>
              </a:defRPr>
            </a:lvl3pPr>
            <a:lvl4pPr lvl="3" algn="l">
              <a:spcBef>
                <a:spcPts val="567"/>
              </a:spcBef>
              <a:buClr>
                <a:srgbClr val="000000"/>
              </a:buClr>
              <a:buSzPct val="75000"/>
              <a:buFont typeface="Symbol" charset="2"/>
              <a:buChar char=""/>
              <a:defRPr lang="en-IN" sz="1800" b="0" u="none" strike="noStrike">
                <a:solidFill>
                  <a:srgbClr val="000000"/>
                </a:solidFill>
                <a:effectLst/>
                <a:uFillTx/>
                <a:latin typeface="Calibri"/>
              </a:defRPr>
            </a:lvl4pPr>
            <a:lvl5pPr lvl="4" algn="l">
              <a:spcBef>
                <a:spcPts val="283"/>
              </a:spcBef>
              <a:buClr>
                <a:srgbClr val="000000"/>
              </a:buClr>
              <a:buSzPct val="45000"/>
              <a:buFont typeface="Wingdings" charset="2"/>
              <a:buChar char=""/>
              <a:defRPr lang="en-IN" sz="1800" b="0" u="none" strike="noStrike">
                <a:solidFill>
                  <a:srgbClr val="000000"/>
                </a:solidFill>
                <a:effectLst/>
                <a:uFillTx/>
                <a:latin typeface="Calibri"/>
              </a:defRPr>
            </a:lvl5pPr>
            <a:lvl6pPr lvl="5" algn="l">
              <a:spcBef>
                <a:spcPts val="283"/>
              </a:spcBef>
              <a:buClr>
                <a:srgbClr val="000000"/>
              </a:buClr>
              <a:buSzPct val="45000"/>
              <a:buFont typeface="Wingdings" charset="2"/>
              <a:buChar char=""/>
              <a:defRPr lang="en-IN" sz="1800" b="0" u="none" strike="noStrike">
                <a:solidFill>
                  <a:srgbClr val="000000"/>
                </a:solidFill>
                <a:effectLst/>
                <a:uFillTx/>
                <a:latin typeface="Calibri"/>
              </a:defRPr>
            </a:lvl6pPr>
            <a:lvl7pPr lvl="6" algn="l">
              <a:spcBef>
                <a:spcPts val="283"/>
              </a:spcBef>
              <a:buClr>
                <a:srgbClr val="000000"/>
              </a:buClr>
              <a:buSzPct val="45000"/>
              <a:buFont typeface="Wingdings" charset="2"/>
              <a:buChar char=""/>
              <a:defRPr lang="en-IN" sz="1800" b="0" u="none" strike="noStrike">
                <a:solidFill>
                  <a:srgbClr val="000000"/>
                </a:solidFill>
                <a:effectLst/>
                <a:uFillTx/>
                <a:latin typeface="Calibri"/>
              </a:defRPr>
            </a:lvl7pPr>
          </a:lstStyle>
          <a:p>
            <a:pPr indent="-324000" algn="l">
              <a:spcBef>
                <a:spcPts val="1417"/>
              </a:spcBef>
              <a:buClr>
                <a:srgbClr val="000000"/>
              </a:buClr>
              <a:buSzPct val="45000"/>
              <a:buFont typeface="Wingdings" charset="2"/>
              <a:buChar char=""/>
            </a:pPr>
            <a:r>
              <a:rPr lang="en-IN" sz="1800" b="0" u="none" strike="noStrike">
                <a:solidFill>
                  <a:srgbClr val="000000"/>
                </a:solidFill>
                <a:effectLst/>
                <a:uFillTx/>
                <a:latin typeface="Calibri"/>
              </a:rPr>
              <a:t>Click to edit the outline text format</a:t>
            </a:r>
            <a:endParaRPr lang="en-IN" sz="1800" b="0" u="none" strike="noStrike">
              <a:solidFill>
                <a:srgbClr val="000000"/>
              </a:solidFill>
              <a:effectLst/>
              <a:uFillTx/>
              <a:latin typeface="Calibri"/>
            </a:endParaRPr>
          </a:p>
          <a:p>
            <a:pPr marL="457200" lvl="1" indent="-324000" algn="l">
              <a:spcBef>
                <a:spcPts val="1134"/>
              </a:spcBef>
              <a:buClr>
                <a:srgbClr val="000000"/>
              </a:buClr>
              <a:buSzPct val="75000"/>
              <a:buFont typeface="Symbol" charset="2"/>
              <a:buChar char=""/>
            </a:pPr>
            <a:r>
              <a:rPr lang="en-IN" sz="1800" b="0" u="none" strike="noStrike">
                <a:solidFill>
                  <a:srgbClr val="000000"/>
                </a:solidFill>
                <a:effectLst/>
                <a:uFillTx/>
                <a:latin typeface="Calibri"/>
              </a:rPr>
              <a:t>Second Outline Level</a:t>
            </a:r>
            <a:endParaRPr lang="en-IN" sz="1800" b="0" u="none" strike="noStrike">
              <a:solidFill>
                <a:srgbClr val="000000"/>
              </a:solidFill>
              <a:effectLst/>
              <a:uFillTx/>
              <a:latin typeface="Calibri"/>
            </a:endParaRPr>
          </a:p>
          <a:p>
            <a:pPr marL="914400" lvl="2" indent="-288000" algn="l">
              <a:spcBef>
                <a:spcPts val="850"/>
              </a:spcBef>
              <a:buClr>
                <a:srgbClr val="000000"/>
              </a:buClr>
              <a:buSzPct val="45000"/>
              <a:buFont typeface="Wingdings" charset="2"/>
              <a:buChar char=""/>
            </a:pPr>
            <a:r>
              <a:rPr lang="en-IN" sz="1800" b="0" u="none" strike="noStrike">
                <a:solidFill>
                  <a:srgbClr val="000000"/>
                </a:solidFill>
                <a:effectLst/>
                <a:uFillTx/>
                <a:latin typeface="Calibri"/>
              </a:rPr>
              <a:t>Third Outline Level</a:t>
            </a:r>
            <a:endParaRPr lang="en-IN" sz="1800" b="0" u="none" strike="noStrike">
              <a:solidFill>
                <a:srgbClr val="000000"/>
              </a:solidFill>
              <a:effectLst/>
              <a:uFillTx/>
              <a:latin typeface="Calibri"/>
            </a:endParaRPr>
          </a:p>
          <a:p>
            <a:pPr marL="1371600" lvl="3" indent="-216000" algn="l">
              <a:spcBef>
                <a:spcPts val="567"/>
              </a:spcBef>
              <a:buClr>
                <a:srgbClr val="000000"/>
              </a:buClr>
              <a:buSzPct val="75000"/>
              <a:buFont typeface="Symbol" charset="2"/>
              <a:buChar char=""/>
            </a:pPr>
            <a:r>
              <a:rPr lang="en-IN" sz="1800" b="0" u="none" strike="noStrike">
                <a:solidFill>
                  <a:srgbClr val="000000"/>
                </a:solidFill>
                <a:effectLst/>
                <a:uFillTx/>
                <a:latin typeface="Calibri"/>
              </a:rPr>
              <a:t>Fourth Outline Level</a:t>
            </a:r>
            <a:endParaRPr lang="en-IN" sz="1800" b="0" u="none" strike="noStrike">
              <a:solidFill>
                <a:srgbClr val="000000"/>
              </a:solidFill>
              <a:effectLst/>
              <a:uFillTx/>
              <a:latin typeface="Calibri"/>
            </a:endParaRPr>
          </a:p>
          <a:p>
            <a:pPr marL="1828800" lvl="4" indent="-216000" algn="l">
              <a:spcBef>
                <a:spcPts val="283"/>
              </a:spcBef>
              <a:buClr>
                <a:srgbClr val="000000"/>
              </a:buClr>
              <a:buSzPct val="45000"/>
              <a:buFont typeface="Wingdings" charset="2"/>
              <a:buChar char=""/>
            </a:pPr>
            <a:r>
              <a:rPr lang="en-IN" sz="1800" b="0" u="none" strike="noStrike">
                <a:solidFill>
                  <a:srgbClr val="000000"/>
                </a:solidFill>
                <a:effectLst/>
                <a:uFillTx/>
                <a:latin typeface="Calibri"/>
              </a:rPr>
              <a:t>Fifth Outline Level</a:t>
            </a:r>
            <a:endParaRPr lang="en-IN" sz="1800" b="0" u="none" strike="noStrike">
              <a:solidFill>
                <a:srgbClr val="000000"/>
              </a:solidFill>
              <a:effectLst/>
              <a:uFillTx/>
              <a:latin typeface="Calibri"/>
            </a:endParaRPr>
          </a:p>
          <a:p>
            <a:pPr marL="2286000" lvl="5" indent="-216000" algn="l">
              <a:spcBef>
                <a:spcPts val="283"/>
              </a:spcBef>
              <a:buClr>
                <a:srgbClr val="000000"/>
              </a:buClr>
              <a:buSzPct val="45000"/>
              <a:buFont typeface="Wingdings" charset="2"/>
              <a:buChar char=""/>
            </a:pPr>
            <a:r>
              <a:rPr lang="en-IN" sz="1800" b="0" u="none" strike="noStrike">
                <a:solidFill>
                  <a:srgbClr val="000000"/>
                </a:solidFill>
                <a:effectLst/>
                <a:uFillTx/>
                <a:latin typeface="Calibri"/>
              </a:rPr>
              <a:t>Sixth Outline Level</a:t>
            </a:r>
            <a:endParaRPr lang="en-IN" sz="1800" b="0" u="none" strike="noStrike">
              <a:solidFill>
                <a:srgbClr val="000000"/>
              </a:solidFill>
              <a:effectLst/>
              <a:uFillTx/>
              <a:latin typeface="Calibri"/>
            </a:endParaRPr>
          </a:p>
          <a:p>
            <a:pPr marL="2743200" lvl="6" indent="-216000" algn="l">
              <a:spcBef>
                <a:spcPts val="283"/>
              </a:spcBef>
              <a:buClr>
                <a:srgbClr val="000000"/>
              </a:buClr>
              <a:buSzPct val="45000"/>
              <a:buFont typeface="Wingdings" charset="2"/>
              <a:buChar char=""/>
            </a:pPr>
            <a:r>
              <a:rPr lang="en-IN" sz="1800" b="0" u="none" strike="noStrike">
                <a:solidFill>
                  <a:srgbClr val="000000"/>
                </a:solidFill>
                <a:effectLst/>
                <a:uFillTx/>
                <a:latin typeface="Calibri"/>
              </a:rPr>
              <a:t>Seventh Outline Level</a:t>
            </a:r>
            <a:endParaRPr lang="en-IN" sz="1800" b="0" u="none" strike="noStrike">
              <a:solidFill>
                <a:srgbClr val="000000"/>
              </a:solidFill>
              <a:effectLst/>
              <a:uFillTx/>
              <a:latin typeface="Calibri"/>
            </a:endParaRPr>
          </a:p>
        </p:txBody>
      </p:sp>
      <p:sp>
        <p:nvSpPr>
          <p:cNvPr id="22" name="PlaceHolder 3"/>
          <p:cNvSpPr>
            <a:spLocks noGrp="1"/>
          </p:cNvSpPr>
          <p:nvPr>
            <p:ph type="body"/>
          </p:nvPr>
        </p:nvSpPr>
        <p:spPr>
          <a:xfrm>
            <a:off x="9418320" y="2365920"/>
            <a:ext cx="7954920" cy="2352600"/>
          </a:xfrm>
          <a:prstGeom prst="rect">
            <a:avLst/>
          </a:prstGeom>
          <a:noFill/>
          <a:ln w="0">
            <a:noFill/>
          </a:ln>
        </p:spPr>
        <p:txBody>
          <a:bodyPr lIns="0" tIns="0" rIns="0" bIns="0" anchor="t">
            <a:spAutoFit/>
          </a:bodyPr>
          <a:lstStyle>
            <a:lvl1pPr algn="l">
              <a:spcBef>
                <a:spcPts val="1417"/>
              </a:spcBef>
              <a:buClr>
                <a:srgbClr val="000000"/>
              </a:buClr>
              <a:buSzPct val="45000"/>
              <a:buFont typeface="Wingdings" charset="2"/>
              <a:buChar char=""/>
              <a:defRPr lang="en-IN" sz="1800" b="0" u="none" strike="noStrike">
                <a:solidFill>
                  <a:srgbClr val="000000"/>
                </a:solidFill>
                <a:effectLst/>
                <a:uFillTx/>
                <a:latin typeface="Calibri"/>
              </a:defRPr>
            </a:lvl1pPr>
            <a:lvl2pPr lvl="1" algn="l">
              <a:spcBef>
                <a:spcPts val="1134"/>
              </a:spcBef>
              <a:buClr>
                <a:srgbClr val="000000"/>
              </a:buClr>
              <a:buSzPct val="75000"/>
              <a:buFont typeface="Symbol" charset="2"/>
              <a:buChar char=""/>
              <a:defRPr lang="en-IN" sz="1800" b="0" u="none" strike="noStrike">
                <a:solidFill>
                  <a:srgbClr val="000000"/>
                </a:solidFill>
                <a:effectLst/>
                <a:uFillTx/>
                <a:latin typeface="Calibri"/>
              </a:defRPr>
            </a:lvl2pPr>
            <a:lvl3pPr lvl="2" algn="l">
              <a:spcBef>
                <a:spcPts val="850"/>
              </a:spcBef>
              <a:buClr>
                <a:srgbClr val="000000"/>
              </a:buClr>
              <a:buSzPct val="45000"/>
              <a:buFont typeface="Wingdings" charset="2"/>
              <a:buChar char=""/>
              <a:defRPr lang="en-IN" sz="1800" b="0" u="none" strike="noStrike">
                <a:solidFill>
                  <a:srgbClr val="000000"/>
                </a:solidFill>
                <a:effectLst/>
                <a:uFillTx/>
                <a:latin typeface="Calibri"/>
              </a:defRPr>
            </a:lvl3pPr>
            <a:lvl4pPr lvl="3" algn="l">
              <a:spcBef>
                <a:spcPts val="567"/>
              </a:spcBef>
              <a:buClr>
                <a:srgbClr val="000000"/>
              </a:buClr>
              <a:buSzPct val="75000"/>
              <a:buFont typeface="Symbol" charset="2"/>
              <a:buChar char=""/>
              <a:defRPr lang="en-IN" sz="1800" b="0" u="none" strike="noStrike">
                <a:solidFill>
                  <a:srgbClr val="000000"/>
                </a:solidFill>
                <a:effectLst/>
                <a:uFillTx/>
                <a:latin typeface="Calibri"/>
              </a:defRPr>
            </a:lvl4pPr>
            <a:lvl5pPr lvl="4" algn="l">
              <a:spcBef>
                <a:spcPts val="283"/>
              </a:spcBef>
              <a:buClr>
                <a:srgbClr val="000000"/>
              </a:buClr>
              <a:buSzPct val="45000"/>
              <a:buFont typeface="Wingdings" charset="2"/>
              <a:buChar char=""/>
              <a:defRPr lang="en-IN" sz="1800" b="0" u="none" strike="noStrike">
                <a:solidFill>
                  <a:srgbClr val="000000"/>
                </a:solidFill>
                <a:effectLst/>
                <a:uFillTx/>
                <a:latin typeface="Calibri"/>
              </a:defRPr>
            </a:lvl5pPr>
            <a:lvl6pPr lvl="5" algn="l">
              <a:spcBef>
                <a:spcPts val="283"/>
              </a:spcBef>
              <a:buClr>
                <a:srgbClr val="000000"/>
              </a:buClr>
              <a:buSzPct val="45000"/>
              <a:buFont typeface="Wingdings" charset="2"/>
              <a:buChar char=""/>
              <a:defRPr lang="en-IN" sz="1800" b="0" u="none" strike="noStrike">
                <a:solidFill>
                  <a:srgbClr val="000000"/>
                </a:solidFill>
                <a:effectLst/>
                <a:uFillTx/>
                <a:latin typeface="Calibri"/>
              </a:defRPr>
            </a:lvl6pPr>
            <a:lvl7pPr lvl="6" algn="l">
              <a:spcBef>
                <a:spcPts val="283"/>
              </a:spcBef>
              <a:buClr>
                <a:srgbClr val="000000"/>
              </a:buClr>
              <a:buSzPct val="45000"/>
              <a:buFont typeface="Wingdings" charset="2"/>
              <a:buChar char=""/>
              <a:defRPr lang="en-IN" sz="1800" b="0" u="none" strike="noStrike">
                <a:solidFill>
                  <a:srgbClr val="000000"/>
                </a:solidFill>
                <a:effectLst/>
                <a:uFillTx/>
                <a:latin typeface="Calibri"/>
              </a:defRPr>
            </a:lvl7pPr>
          </a:lstStyle>
          <a:p>
            <a:pPr indent="-324000" algn="l">
              <a:spcBef>
                <a:spcPts val="1417"/>
              </a:spcBef>
              <a:buClr>
                <a:srgbClr val="000000"/>
              </a:buClr>
              <a:buSzPct val="45000"/>
              <a:buFont typeface="Wingdings" charset="2"/>
              <a:buChar char=""/>
            </a:pPr>
            <a:r>
              <a:rPr lang="en-IN" sz="1800" b="0" u="none" strike="noStrike">
                <a:solidFill>
                  <a:srgbClr val="000000"/>
                </a:solidFill>
                <a:effectLst/>
                <a:uFillTx/>
                <a:latin typeface="Calibri"/>
              </a:rPr>
              <a:t>Click to edit the outline text format</a:t>
            </a:r>
            <a:endParaRPr lang="en-IN" sz="1800" b="0" u="none" strike="noStrike">
              <a:solidFill>
                <a:srgbClr val="000000"/>
              </a:solidFill>
              <a:effectLst/>
              <a:uFillTx/>
              <a:latin typeface="Calibri"/>
            </a:endParaRPr>
          </a:p>
          <a:p>
            <a:pPr marL="457200" lvl="1" indent="-324000" algn="l">
              <a:spcBef>
                <a:spcPts val="1134"/>
              </a:spcBef>
              <a:buClr>
                <a:srgbClr val="000000"/>
              </a:buClr>
              <a:buSzPct val="75000"/>
              <a:buFont typeface="Symbol" charset="2"/>
              <a:buChar char=""/>
            </a:pPr>
            <a:r>
              <a:rPr lang="en-IN" sz="1800" b="0" u="none" strike="noStrike">
                <a:solidFill>
                  <a:srgbClr val="000000"/>
                </a:solidFill>
                <a:effectLst/>
                <a:uFillTx/>
                <a:latin typeface="Calibri"/>
              </a:rPr>
              <a:t>Second Outline Level</a:t>
            </a:r>
            <a:endParaRPr lang="en-IN" sz="1800" b="0" u="none" strike="noStrike">
              <a:solidFill>
                <a:srgbClr val="000000"/>
              </a:solidFill>
              <a:effectLst/>
              <a:uFillTx/>
              <a:latin typeface="Calibri"/>
            </a:endParaRPr>
          </a:p>
          <a:p>
            <a:pPr marL="914400" lvl="2" indent="-288000" algn="l">
              <a:spcBef>
                <a:spcPts val="850"/>
              </a:spcBef>
              <a:buClr>
                <a:srgbClr val="000000"/>
              </a:buClr>
              <a:buSzPct val="45000"/>
              <a:buFont typeface="Wingdings" charset="2"/>
              <a:buChar char=""/>
            </a:pPr>
            <a:r>
              <a:rPr lang="en-IN" sz="1800" b="0" u="none" strike="noStrike">
                <a:solidFill>
                  <a:srgbClr val="000000"/>
                </a:solidFill>
                <a:effectLst/>
                <a:uFillTx/>
                <a:latin typeface="Calibri"/>
              </a:rPr>
              <a:t>Third Outline Level</a:t>
            </a:r>
            <a:endParaRPr lang="en-IN" sz="1800" b="0" u="none" strike="noStrike">
              <a:solidFill>
                <a:srgbClr val="000000"/>
              </a:solidFill>
              <a:effectLst/>
              <a:uFillTx/>
              <a:latin typeface="Calibri"/>
            </a:endParaRPr>
          </a:p>
          <a:p>
            <a:pPr marL="1371600" lvl="3" indent="-216000" algn="l">
              <a:spcBef>
                <a:spcPts val="567"/>
              </a:spcBef>
              <a:buClr>
                <a:srgbClr val="000000"/>
              </a:buClr>
              <a:buSzPct val="75000"/>
              <a:buFont typeface="Symbol" charset="2"/>
              <a:buChar char=""/>
            </a:pPr>
            <a:r>
              <a:rPr lang="en-IN" sz="1800" b="0" u="none" strike="noStrike">
                <a:solidFill>
                  <a:srgbClr val="000000"/>
                </a:solidFill>
                <a:effectLst/>
                <a:uFillTx/>
                <a:latin typeface="Calibri"/>
              </a:rPr>
              <a:t>Fourth Outline Level</a:t>
            </a:r>
            <a:endParaRPr lang="en-IN" sz="1800" b="0" u="none" strike="noStrike">
              <a:solidFill>
                <a:srgbClr val="000000"/>
              </a:solidFill>
              <a:effectLst/>
              <a:uFillTx/>
              <a:latin typeface="Calibri"/>
            </a:endParaRPr>
          </a:p>
          <a:p>
            <a:pPr marL="1828800" lvl="4" indent="-216000" algn="l">
              <a:spcBef>
                <a:spcPts val="283"/>
              </a:spcBef>
              <a:buClr>
                <a:srgbClr val="000000"/>
              </a:buClr>
              <a:buSzPct val="45000"/>
              <a:buFont typeface="Wingdings" charset="2"/>
              <a:buChar char=""/>
            </a:pPr>
            <a:r>
              <a:rPr lang="en-IN" sz="1800" b="0" u="none" strike="noStrike">
                <a:solidFill>
                  <a:srgbClr val="000000"/>
                </a:solidFill>
                <a:effectLst/>
                <a:uFillTx/>
                <a:latin typeface="Calibri"/>
              </a:rPr>
              <a:t>Fifth Outline Level</a:t>
            </a:r>
            <a:endParaRPr lang="en-IN" sz="1800" b="0" u="none" strike="noStrike">
              <a:solidFill>
                <a:srgbClr val="000000"/>
              </a:solidFill>
              <a:effectLst/>
              <a:uFillTx/>
              <a:latin typeface="Calibri"/>
            </a:endParaRPr>
          </a:p>
          <a:p>
            <a:pPr marL="2286000" lvl="5" indent="-216000" algn="l">
              <a:spcBef>
                <a:spcPts val="283"/>
              </a:spcBef>
              <a:buClr>
                <a:srgbClr val="000000"/>
              </a:buClr>
              <a:buSzPct val="45000"/>
              <a:buFont typeface="Wingdings" charset="2"/>
              <a:buChar char=""/>
            </a:pPr>
            <a:r>
              <a:rPr lang="en-IN" sz="1800" b="0" u="none" strike="noStrike">
                <a:solidFill>
                  <a:srgbClr val="000000"/>
                </a:solidFill>
                <a:effectLst/>
                <a:uFillTx/>
                <a:latin typeface="Calibri"/>
              </a:rPr>
              <a:t>Sixth Outline Level</a:t>
            </a:r>
            <a:endParaRPr lang="en-IN" sz="1800" b="0" u="none" strike="noStrike">
              <a:solidFill>
                <a:srgbClr val="000000"/>
              </a:solidFill>
              <a:effectLst/>
              <a:uFillTx/>
              <a:latin typeface="Calibri"/>
            </a:endParaRPr>
          </a:p>
          <a:p>
            <a:pPr marL="2743200" lvl="6" indent="-216000" algn="l">
              <a:spcBef>
                <a:spcPts val="283"/>
              </a:spcBef>
              <a:buClr>
                <a:srgbClr val="000000"/>
              </a:buClr>
              <a:buSzPct val="45000"/>
              <a:buFont typeface="Wingdings" charset="2"/>
              <a:buChar char=""/>
            </a:pPr>
            <a:r>
              <a:rPr lang="en-IN" sz="1800" b="0" u="none" strike="noStrike">
                <a:solidFill>
                  <a:srgbClr val="000000"/>
                </a:solidFill>
                <a:effectLst/>
                <a:uFillTx/>
                <a:latin typeface="Calibri"/>
              </a:rPr>
              <a:t>Seventh Outline Level</a:t>
            </a:r>
            <a:endParaRPr lang="en-IN" sz="1800" b="0" u="none" strike="noStrike">
              <a:solidFill>
                <a:srgbClr val="000000"/>
              </a:solidFill>
              <a:effectLst/>
              <a:uFillTx/>
              <a:latin typeface="Calibri"/>
            </a:endParaRPr>
          </a:p>
        </p:txBody>
      </p:sp>
      <p:sp>
        <p:nvSpPr>
          <p:cNvPr id="23" name="PlaceHolder 4"/>
          <p:cNvSpPr>
            <a:spLocks noGrp="1"/>
          </p:cNvSpPr>
          <p:nvPr>
            <p:ph type="ftr" idx="7"/>
          </p:nvPr>
        </p:nvSpPr>
        <p:spPr>
          <a:xfrm>
            <a:off x="6217920" y="9567000"/>
            <a:ext cx="5851800" cy="514080"/>
          </a:xfrm>
          <a:prstGeom prst="rect">
            <a:avLst/>
          </a:prstGeom>
          <a:noFill/>
          <a:ln w="0">
            <a:noFill/>
          </a:ln>
        </p:spPr>
        <p:txBody>
          <a:bodyPr lIns="0" tIns="0" rIns="0" bIns="0" anchor="t">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4" name="PlaceHolder 5"/>
          <p:cNvSpPr>
            <a:spLocks noGrp="1"/>
          </p:cNvSpPr>
          <p:nvPr>
            <p:ph type="dt" idx="8"/>
          </p:nvPr>
        </p:nvSpPr>
        <p:spPr>
          <a:xfrm>
            <a:off x="914400" y="9567000"/>
            <a:ext cx="4205880" cy="514080"/>
          </a:xfrm>
          <a:prstGeom prst="rect">
            <a:avLst/>
          </a:prstGeom>
          <a:noFill/>
          <a:ln w="0">
            <a:noFill/>
          </a:ln>
        </p:spPr>
        <p:txBody>
          <a:bodyPr lIns="0" tIns="0" rIns="0" bIns="0" anchor="t">
            <a:noAutofit/>
          </a:bodyPr>
          <a:lstStyle>
            <a:lvl1pPr indent="0" algn="l">
              <a:lnSpc>
                <a:spcPct val="100000"/>
              </a:lnSpc>
              <a:buNone/>
              <a:defRPr lang="en-US" sz="1400" b="0" u="none" strike="noStrike">
                <a:solidFill>
                  <a:schemeClr val="dk1">
                    <a:tint val="75000"/>
                  </a:schemeClr>
                </a:solidFill>
                <a:effectLst/>
                <a:uFillTx/>
                <a:latin typeface="Times New Roman"/>
              </a:defRPr>
            </a:lvl1pPr>
          </a:lstStyle>
          <a:p>
            <a:pPr indent="0" algn="l">
              <a:lnSpc>
                <a:spcPct val="100000"/>
              </a:lnSpc>
              <a:buNone/>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25" name="PlaceHolder 6"/>
          <p:cNvSpPr>
            <a:spLocks noGrp="1"/>
          </p:cNvSpPr>
          <p:nvPr>
            <p:ph type="sldNum" idx="9"/>
          </p:nvPr>
        </p:nvSpPr>
        <p:spPr>
          <a:xfrm>
            <a:off x="13167360" y="9567000"/>
            <a:ext cx="4205880" cy="514080"/>
          </a:xfrm>
          <a:prstGeom prst="rect">
            <a:avLst/>
          </a:prstGeom>
          <a:noFill/>
          <a:ln w="0">
            <a:noFill/>
          </a:ln>
        </p:spPr>
        <p:txBody>
          <a:bodyPr lIns="0" tIns="0" rIns="0" bIns="0" anchor="t">
            <a:noAutofit/>
          </a:bodyPr>
          <a:lstStyle>
            <a:lvl1pPr indent="0" algn="r">
              <a:lnSpc>
                <a:spcPct val="100000"/>
              </a:lnSpc>
              <a:buNone/>
              <a:defRPr lang="en-IN" sz="1400" b="0" u="none" strike="noStrike">
                <a:solidFill>
                  <a:schemeClr val="dk1">
                    <a:tint val="75000"/>
                  </a:schemeClr>
                </a:solidFill>
                <a:effectLst/>
                <a:uFillTx/>
                <a:latin typeface="Times New Roman"/>
              </a:defRPr>
            </a:lvl1pPr>
          </a:lstStyle>
          <a:p>
            <a:pPr indent="0" algn="r">
              <a:lnSpc>
                <a:spcPct val="100000"/>
              </a:lnSpc>
              <a:buNone/>
            </a:pPr>
            <a:fld id="{5997EFCE-AD8E-4A17-B342-C9DEC7949E7F}" type="slidenum">
              <a:rPr lang="en-IN" sz="1400" b="0" u="none" strike="noStrike">
                <a:solidFill>
                  <a:schemeClr val="dk1">
                    <a:tint val="75000"/>
                  </a:schemeClr>
                </a:solidFill>
                <a:effectLst/>
                <a:uFillTx/>
                <a:latin typeface="Times New Roman"/>
              </a:rPr>
              <a:t>&lt;number&gt;</a:t>
            </a:fld>
            <a:endParaRPr lang="en-IN" sz="14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Only">
    <p:bg>
      <p:bgPr>
        <a:solidFill>
          <a:schemeClr val="lt1"/>
        </a:solidFill>
      </p:bgPr>
    </p:bg>
    <p:spTree>
      <p:nvGrpSpPr>
        <p:cNvPr id="1" name=""/>
        <p:cNvGrpSpPr/>
        <p:nvPr/>
      </p:nvGrpSpPr>
      <p:grpSpPr>
        <a:xfrm>
          <a:off x="0" y="0"/>
          <a:ext cx="0" cy="0"/>
          <a:chOff x="0" y="0"/>
          <a:chExt cx="0" cy="0"/>
        </a:xfrm>
      </p:grpSpPr>
      <p:sp>
        <p:nvSpPr>
          <p:cNvPr id="26" name="bg object 16"/>
          <p:cNvSpPr/>
          <p:nvPr/>
        </p:nvSpPr>
        <p:spPr>
          <a:xfrm>
            <a:off x="0" y="0"/>
            <a:ext cx="18287640" cy="10286640"/>
          </a:xfrm>
          <a:custGeom>
            <a:avLst/>
            <a:gdLst>
              <a:gd name="textAreaLeft" fmla="*/ 0 w 18287640"/>
              <a:gd name="textAreaRight" fmla="*/ 18288000 w 18287640"/>
              <a:gd name="textAreaTop" fmla="*/ 0 h 10286640"/>
              <a:gd name="textAreaBottom" fmla="*/ 10287000 h 10286640"/>
            </a:gdLst>
            <a:ahLst/>
            <a:cxnLst/>
            <a:rect l="textAreaLeft" t="textAreaTop" r="textAreaRight" b="textAreaBottom"/>
            <a:pathLst>
              <a:path w="18288000" h="10287000">
                <a:moveTo>
                  <a:pt x="18288000" y="0"/>
                </a:moveTo>
                <a:lnTo>
                  <a:pt x="0" y="0"/>
                </a:lnTo>
                <a:lnTo>
                  <a:pt x="0" y="10287000"/>
                </a:lnTo>
                <a:lnTo>
                  <a:pt x="18288000" y="10287000"/>
                </a:lnTo>
                <a:lnTo>
                  <a:pt x="18288000" y="0"/>
                </a:lnTo>
                <a:close/>
              </a:path>
            </a:pathLst>
          </a:custGeom>
          <a:solidFill>
            <a:srgbClr val="F5FFFF"/>
          </a:solidFill>
          <a:ln w="0">
            <a:noFill/>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27" name="bg object 17"/>
          <p:cNvSpPr/>
          <p:nvPr/>
        </p:nvSpPr>
        <p:spPr>
          <a:xfrm>
            <a:off x="0" y="581040"/>
            <a:ext cx="18287640" cy="2057040"/>
          </a:xfrm>
          <a:custGeom>
            <a:avLst/>
            <a:gdLst>
              <a:gd name="textAreaLeft" fmla="*/ 0 w 18287640"/>
              <a:gd name="textAreaRight" fmla="*/ 18288000 w 18287640"/>
              <a:gd name="textAreaTop" fmla="*/ 0 h 2057040"/>
              <a:gd name="textAreaBottom" fmla="*/ 2057400 h 2057040"/>
            </a:gdLst>
            <a:ahLst/>
            <a:cxnLst/>
            <a:rect l="textAreaLeft" t="textAreaTop" r="textAreaRight" b="textAreaBottom"/>
            <a:pathLst>
              <a:path w="18288000" h="2057400">
                <a:moveTo>
                  <a:pt x="17293844" y="0"/>
                </a:moveTo>
                <a:lnTo>
                  <a:pt x="0" y="0"/>
                </a:lnTo>
                <a:lnTo>
                  <a:pt x="0" y="2057400"/>
                </a:lnTo>
                <a:lnTo>
                  <a:pt x="17293844" y="2057400"/>
                </a:lnTo>
                <a:lnTo>
                  <a:pt x="18288000" y="1028700"/>
                </a:lnTo>
                <a:lnTo>
                  <a:pt x="17293844" y="0"/>
                </a:lnTo>
                <a:close/>
              </a:path>
            </a:pathLst>
          </a:custGeom>
          <a:solidFill>
            <a:srgbClr val="112C62"/>
          </a:solidFill>
          <a:ln w="0">
            <a:noFill/>
          </a:ln>
        </p:spPr>
        <p:style>
          <a:lnRef idx="0"/>
          <a:fillRef idx="0"/>
          <a:effectRef idx="0"/>
          <a:fontRef idx="minor"/>
        </p:style>
        <p:txBody>
          <a:bodyPr lIns="0" tIns="0" rIns="0" bIns="0" anchor="t">
            <a:noAutofit/>
          </a:bodyPr>
          <a:p>
            <a:endParaRPr lang="en-IN" sz="1800" b="0" u="none" strike="noStrike">
              <a:solidFill>
                <a:srgbClr val="FFFFFF"/>
              </a:solidFill>
              <a:effectLst/>
              <a:uFillTx/>
              <a:latin typeface="Arial"/>
            </a:endParaRPr>
          </a:p>
        </p:txBody>
      </p:sp>
      <p:sp>
        <p:nvSpPr>
          <p:cNvPr id="28" name="bg object 18"/>
          <p:cNvSpPr/>
          <p:nvPr/>
        </p:nvSpPr>
        <p:spPr>
          <a:xfrm>
            <a:off x="0" y="581040"/>
            <a:ext cx="18287640" cy="2057040"/>
          </a:xfrm>
          <a:custGeom>
            <a:avLst/>
            <a:gdLst>
              <a:gd name="textAreaLeft" fmla="*/ 0 w 18287640"/>
              <a:gd name="textAreaRight" fmla="*/ 18288000 w 18287640"/>
              <a:gd name="textAreaTop" fmla="*/ 0 h 2057040"/>
              <a:gd name="textAreaBottom" fmla="*/ 2057400 h 2057040"/>
            </a:gdLst>
            <a:ahLst/>
            <a:cxnLst/>
            <a:rect l="textAreaLeft" t="textAreaTop" r="textAreaRight" b="textAreaBottom"/>
            <a:pathLst>
              <a:path w="18288000" h="2057400">
                <a:moveTo>
                  <a:pt x="17293844" y="0"/>
                </a:moveTo>
                <a:lnTo>
                  <a:pt x="0" y="0"/>
                </a:lnTo>
                <a:lnTo>
                  <a:pt x="0" y="2057400"/>
                </a:lnTo>
                <a:lnTo>
                  <a:pt x="17293844" y="2057400"/>
                </a:lnTo>
                <a:lnTo>
                  <a:pt x="18288000" y="1028700"/>
                </a:lnTo>
                <a:lnTo>
                  <a:pt x="17293844" y="0"/>
                </a:lnTo>
                <a:close/>
              </a:path>
            </a:pathLst>
          </a:custGeom>
          <a:noFill/>
          <a:ln w="19050">
            <a:solidFill>
              <a:srgbClr val="112C62"/>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29" name="PlaceHolder 1"/>
          <p:cNvSpPr>
            <a:spLocks noGrp="1"/>
          </p:cNvSpPr>
          <p:nvPr>
            <p:ph type="title"/>
          </p:nvPr>
        </p:nvSpPr>
        <p:spPr>
          <a:xfrm>
            <a:off x="2550960" y="550800"/>
            <a:ext cx="13186080" cy="1431000"/>
          </a:xfrm>
          <a:prstGeom prst="rect">
            <a:avLst/>
          </a:prstGeom>
          <a:noFill/>
          <a:ln w="0">
            <a:noFill/>
          </a:ln>
        </p:spPr>
        <p:txBody>
          <a:bodyPr lIns="0" tIns="0" rIns="0" bIns="0" anchor="t">
            <a:noAutofit/>
          </a:bodyPr>
          <a:lstStyle>
            <a:lvl1pPr indent="0" algn="l">
              <a:buNone/>
              <a:defRPr lang="en-IN" sz="5900" b="0" u="none" strike="noStrike">
                <a:solidFill>
                  <a:srgbClr val="000000"/>
                </a:solidFill>
                <a:effectLst/>
                <a:uFillTx/>
                <a:latin typeface="Calibri"/>
              </a:defRPr>
            </a:lvl1pPr>
          </a:lstStyle>
          <a:p>
            <a:pPr indent="0" algn="l">
              <a:buNone/>
            </a:pPr>
            <a:r>
              <a:rPr lang="en-IN" sz="5900" b="0" u="none" strike="noStrike">
                <a:solidFill>
                  <a:srgbClr val="000000"/>
                </a:solidFill>
                <a:effectLst/>
                <a:uFillTx/>
                <a:latin typeface="Calibri"/>
              </a:rPr>
              <a:t>Click to edit the title text format</a:t>
            </a:r>
            <a:endParaRPr lang="en-IN" sz="5900" b="0" u="none" strike="noStrike">
              <a:solidFill>
                <a:srgbClr val="000000"/>
              </a:solidFill>
              <a:effectLst/>
              <a:uFillTx/>
              <a:latin typeface="Calibri"/>
            </a:endParaRPr>
          </a:p>
        </p:txBody>
      </p:sp>
      <p:sp>
        <p:nvSpPr>
          <p:cNvPr id="30" name="PlaceHolder 2"/>
          <p:cNvSpPr>
            <a:spLocks noGrp="1"/>
          </p:cNvSpPr>
          <p:nvPr>
            <p:ph type="ftr" idx="10"/>
          </p:nvPr>
        </p:nvSpPr>
        <p:spPr>
          <a:xfrm>
            <a:off x="6217920" y="9567000"/>
            <a:ext cx="5851800" cy="514080"/>
          </a:xfrm>
          <a:prstGeom prst="rect">
            <a:avLst/>
          </a:prstGeom>
          <a:noFill/>
          <a:ln w="0">
            <a:noFill/>
          </a:ln>
        </p:spPr>
        <p:txBody>
          <a:bodyPr lIns="0" tIns="0" rIns="0" bIns="0" anchor="t">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1" name="PlaceHolder 3"/>
          <p:cNvSpPr>
            <a:spLocks noGrp="1"/>
          </p:cNvSpPr>
          <p:nvPr>
            <p:ph type="dt" idx="11"/>
          </p:nvPr>
        </p:nvSpPr>
        <p:spPr>
          <a:xfrm>
            <a:off x="914400" y="9567000"/>
            <a:ext cx="4205880" cy="514080"/>
          </a:xfrm>
          <a:prstGeom prst="rect">
            <a:avLst/>
          </a:prstGeom>
          <a:noFill/>
          <a:ln w="0">
            <a:noFill/>
          </a:ln>
        </p:spPr>
        <p:txBody>
          <a:bodyPr lIns="0" tIns="0" rIns="0" bIns="0" anchor="t">
            <a:noAutofit/>
          </a:bodyPr>
          <a:lstStyle>
            <a:lvl1pPr indent="0" algn="l">
              <a:lnSpc>
                <a:spcPct val="100000"/>
              </a:lnSpc>
              <a:buNone/>
              <a:defRPr lang="en-US" sz="1400" b="0" u="none" strike="noStrike">
                <a:solidFill>
                  <a:schemeClr val="dk1">
                    <a:tint val="75000"/>
                  </a:schemeClr>
                </a:solidFill>
                <a:effectLst/>
                <a:uFillTx/>
                <a:latin typeface="Times New Roman"/>
              </a:defRPr>
            </a:lvl1pPr>
          </a:lstStyle>
          <a:p>
            <a:pPr indent="0" algn="l">
              <a:lnSpc>
                <a:spcPct val="100000"/>
              </a:lnSpc>
              <a:buNone/>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32" name="PlaceHolder 4"/>
          <p:cNvSpPr>
            <a:spLocks noGrp="1"/>
          </p:cNvSpPr>
          <p:nvPr>
            <p:ph type="sldNum" idx="12"/>
          </p:nvPr>
        </p:nvSpPr>
        <p:spPr>
          <a:xfrm>
            <a:off x="13167360" y="9567000"/>
            <a:ext cx="4205880" cy="514080"/>
          </a:xfrm>
          <a:prstGeom prst="rect">
            <a:avLst/>
          </a:prstGeom>
          <a:noFill/>
          <a:ln w="0">
            <a:noFill/>
          </a:ln>
        </p:spPr>
        <p:txBody>
          <a:bodyPr lIns="0" tIns="0" rIns="0" bIns="0" anchor="t">
            <a:noAutofit/>
          </a:bodyPr>
          <a:lstStyle>
            <a:lvl1pPr indent="0" algn="r">
              <a:lnSpc>
                <a:spcPct val="100000"/>
              </a:lnSpc>
              <a:buNone/>
              <a:defRPr lang="en-IN" sz="1400" b="0" u="none" strike="noStrike">
                <a:solidFill>
                  <a:schemeClr val="dk1">
                    <a:tint val="75000"/>
                  </a:schemeClr>
                </a:solidFill>
                <a:effectLst/>
                <a:uFillTx/>
                <a:latin typeface="Times New Roman"/>
              </a:defRPr>
            </a:lvl1pPr>
          </a:lstStyle>
          <a:p>
            <a:pPr indent="0" algn="r">
              <a:lnSpc>
                <a:spcPct val="100000"/>
              </a:lnSpc>
              <a:buNone/>
            </a:pPr>
            <a:fld id="{B8DE4D0E-1C9F-4D4D-9427-6A673353C5A3}" type="slidenum">
              <a:rPr lang="en-IN" sz="1400" b="0" u="none" strike="noStrike">
                <a:solidFill>
                  <a:schemeClr val="dk1">
                    <a:tint val="75000"/>
                  </a:schemeClr>
                </a:solidFill>
                <a:effectLst/>
                <a:uFillTx/>
                <a:latin typeface="Times New Roman"/>
              </a:rPr>
              <a:t>&lt;number&gt;</a:t>
            </a:fld>
            <a:endParaRPr lang="en-IN" sz="1400" b="0" u="none" strike="noStrike">
              <a:solidFill>
                <a:srgbClr val="000000"/>
              </a:solidFill>
              <a:effectLst/>
              <a:uFillTx/>
              <a:latin typeface="Times New Roman"/>
            </a:endParaRPr>
          </a:p>
        </p:txBody>
      </p:sp>
      <p:sp>
        <p:nvSpPr>
          <p:cNvPr id="33" name="PlaceHolder 5"/>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IN" sz="1800" b="0" u="none" strike="noStrike">
                <a:solidFill>
                  <a:srgbClr val="000000"/>
                </a:solidFill>
                <a:effectLst/>
                <a:uFillTx/>
                <a:latin typeface="Calibri"/>
              </a:defRPr>
            </a:lvl1pPr>
            <a:lvl2pPr lvl="1" algn="l">
              <a:spcBef>
                <a:spcPts val="1134"/>
              </a:spcBef>
              <a:buClr>
                <a:srgbClr val="000000"/>
              </a:buClr>
              <a:buSzPct val="75000"/>
              <a:buFont typeface="Symbol" charset="2"/>
              <a:buChar char=""/>
              <a:defRPr lang="en-IN" sz="1800" b="0" u="none" strike="noStrike">
                <a:solidFill>
                  <a:srgbClr val="000000"/>
                </a:solidFill>
                <a:effectLst/>
                <a:uFillTx/>
                <a:latin typeface="Calibri"/>
              </a:defRPr>
            </a:lvl2pPr>
            <a:lvl3pPr lvl="2" algn="l">
              <a:spcBef>
                <a:spcPts val="850"/>
              </a:spcBef>
              <a:buClr>
                <a:srgbClr val="000000"/>
              </a:buClr>
              <a:buSzPct val="45000"/>
              <a:buFont typeface="Wingdings" charset="2"/>
              <a:buChar char=""/>
              <a:defRPr lang="en-IN" sz="1800" b="0" u="none" strike="noStrike">
                <a:solidFill>
                  <a:srgbClr val="000000"/>
                </a:solidFill>
                <a:effectLst/>
                <a:uFillTx/>
                <a:latin typeface="Calibri"/>
              </a:defRPr>
            </a:lvl3pPr>
            <a:lvl4pPr lvl="3" algn="l">
              <a:spcBef>
                <a:spcPts val="567"/>
              </a:spcBef>
              <a:buClr>
                <a:srgbClr val="000000"/>
              </a:buClr>
              <a:buSzPct val="75000"/>
              <a:buFont typeface="Symbol" charset="2"/>
              <a:buChar char=""/>
              <a:defRPr lang="en-IN" sz="1800" b="0" u="none" strike="noStrike">
                <a:solidFill>
                  <a:srgbClr val="000000"/>
                </a:solidFill>
                <a:effectLst/>
                <a:uFillTx/>
                <a:latin typeface="Calibri"/>
              </a:defRPr>
            </a:lvl4pPr>
            <a:lvl5pPr lvl="4" algn="l">
              <a:spcBef>
                <a:spcPts val="283"/>
              </a:spcBef>
              <a:buClr>
                <a:srgbClr val="000000"/>
              </a:buClr>
              <a:buSzPct val="45000"/>
              <a:buFont typeface="Wingdings" charset="2"/>
              <a:buChar char=""/>
              <a:defRPr lang="en-IN" sz="2000" b="0" u="none" strike="noStrike">
                <a:solidFill>
                  <a:srgbClr val="000000"/>
                </a:solidFill>
                <a:effectLst/>
                <a:uFillTx/>
                <a:latin typeface="Calibri"/>
              </a:defRPr>
            </a:lvl5pPr>
            <a:lvl6pPr lvl="5" algn="l">
              <a:spcBef>
                <a:spcPts val="283"/>
              </a:spcBef>
              <a:buClr>
                <a:srgbClr val="000000"/>
              </a:buClr>
              <a:buSzPct val="45000"/>
              <a:buFont typeface="Wingdings" charset="2"/>
              <a:buChar char=""/>
              <a:defRPr lang="en-IN" sz="2000" b="0" u="none" strike="noStrike">
                <a:solidFill>
                  <a:srgbClr val="000000"/>
                </a:solidFill>
                <a:effectLst/>
                <a:uFillTx/>
                <a:latin typeface="Calibri"/>
              </a:defRPr>
            </a:lvl6pPr>
            <a:lvl7pPr lvl="6" algn="l">
              <a:spcBef>
                <a:spcPts val="283"/>
              </a:spcBef>
              <a:buClr>
                <a:srgbClr val="000000"/>
              </a:buClr>
              <a:buSzPct val="45000"/>
              <a:buFont typeface="Wingdings" charset="2"/>
              <a:buChar char=""/>
              <a:defRPr lang="en-IN" sz="2000" b="0" u="none" strike="noStrike">
                <a:solidFill>
                  <a:srgbClr val="000000"/>
                </a:solidFill>
                <a:effectLst/>
                <a:uFillTx/>
                <a:latin typeface="Calibri"/>
              </a:defRPr>
            </a:lvl7pPr>
          </a:lstStyle>
          <a:p>
            <a:pPr marL="432000" indent="-324000" algn="l">
              <a:spcBef>
                <a:spcPts val="1417"/>
              </a:spcBef>
              <a:buClr>
                <a:srgbClr val="000000"/>
              </a:buClr>
              <a:buSzPct val="45000"/>
              <a:buFont typeface="Wingdings" charset="2"/>
              <a:buChar char=""/>
            </a:pPr>
            <a:r>
              <a:rPr lang="en-IN" sz="1800" b="0" u="none" strike="noStrike">
                <a:solidFill>
                  <a:srgbClr val="000000"/>
                </a:solidFill>
                <a:effectLst/>
                <a:uFillTx/>
                <a:latin typeface="Calibri"/>
              </a:rPr>
              <a:t>Click to edit the outline text format</a:t>
            </a:r>
            <a:endParaRPr lang="en-IN" sz="1800" b="0" u="none" strike="noStrike">
              <a:solidFill>
                <a:srgbClr val="000000"/>
              </a:solidFill>
              <a:effectLst/>
              <a:uFillTx/>
              <a:latin typeface="Calibri"/>
            </a:endParaRPr>
          </a:p>
          <a:p>
            <a:pPr marL="864000" lvl="1" indent="-324000" algn="l">
              <a:spcBef>
                <a:spcPts val="1134"/>
              </a:spcBef>
              <a:buClr>
                <a:srgbClr val="000000"/>
              </a:buClr>
              <a:buSzPct val="75000"/>
              <a:buFont typeface="Symbol" charset="2"/>
              <a:buChar char=""/>
            </a:pPr>
            <a:r>
              <a:rPr lang="en-IN" sz="1800" b="0" u="none" strike="noStrike">
                <a:solidFill>
                  <a:srgbClr val="000000"/>
                </a:solidFill>
                <a:effectLst/>
                <a:uFillTx/>
                <a:latin typeface="Calibri"/>
              </a:rPr>
              <a:t>Second Outline Level</a:t>
            </a:r>
            <a:endParaRPr lang="en-IN" sz="1800" b="0" u="none" strike="noStrike">
              <a:solidFill>
                <a:srgbClr val="000000"/>
              </a:solidFill>
              <a:effectLst/>
              <a:uFillTx/>
              <a:latin typeface="Calibri"/>
            </a:endParaRPr>
          </a:p>
          <a:p>
            <a:pPr marL="1296000" lvl="2" indent="-288000" algn="l">
              <a:spcBef>
                <a:spcPts val="850"/>
              </a:spcBef>
              <a:buClr>
                <a:srgbClr val="000000"/>
              </a:buClr>
              <a:buSzPct val="45000"/>
              <a:buFont typeface="Wingdings" charset="2"/>
              <a:buChar char=""/>
            </a:pPr>
            <a:r>
              <a:rPr lang="en-IN" sz="1800" b="0" u="none" strike="noStrike">
                <a:solidFill>
                  <a:srgbClr val="000000"/>
                </a:solidFill>
                <a:effectLst/>
                <a:uFillTx/>
                <a:latin typeface="Calibri"/>
              </a:rPr>
              <a:t>Third Outline Level</a:t>
            </a:r>
            <a:endParaRPr lang="en-IN" sz="1800" b="0" u="none" strike="noStrike">
              <a:solidFill>
                <a:srgbClr val="000000"/>
              </a:solidFill>
              <a:effectLst/>
              <a:uFillTx/>
              <a:latin typeface="Calibri"/>
            </a:endParaRPr>
          </a:p>
          <a:p>
            <a:pPr marL="1728000" lvl="3" indent="-216000" algn="l">
              <a:spcBef>
                <a:spcPts val="567"/>
              </a:spcBef>
              <a:buClr>
                <a:srgbClr val="000000"/>
              </a:buClr>
              <a:buSzPct val="75000"/>
              <a:buFont typeface="Symbol" charset="2"/>
              <a:buChar char=""/>
            </a:pPr>
            <a:r>
              <a:rPr lang="en-IN" sz="1800" b="0" u="none" strike="noStrike">
                <a:solidFill>
                  <a:srgbClr val="000000"/>
                </a:solidFill>
                <a:effectLst/>
                <a:uFillTx/>
                <a:latin typeface="Calibri"/>
              </a:rPr>
              <a:t>Fourth Outline Level</a:t>
            </a:r>
            <a:endParaRPr lang="en-IN" sz="1800" b="0" u="none" strike="noStrike">
              <a:solidFill>
                <a:srgbClr val="000000"/>
              </a:solidFill>
              <a:effectLst/>
              <a:uFillTx/>
              <a:latin typeface="Calibri"/>
            </a:endParaRPr>
          </a:p>
          <a:p>
            <a:pPr marL="2160000" lvl="4" indent="-216000" algn="l">
              <a:spcBef>
                <a:spcPts val="283"/>
              </a:spcBef>
              <a:buClr>
                <a:srgbClr val="000000"/>
              </a:buClr>
              <a:buSzPct val="45000"/>
              <a:buFont typeface="Wingdings" charset="2"/>
              <a:buChar char=""/>
            </a:pPr>
            <a:r>
              <a:rPr lang="en-IN" sz="2000" b="0" u="none" strike="noStrike">
                <a:solidFill>
                  <a:srgbClr val="000000"/>
                </a:solidFill>
                <a:effectLst/>
                <a:uFillTx/>
                <a:latin typeface="Calibri"/>
              </a:rPr>
              <a:t>Fifth Outline Level</a:t>
            </a:r>
            <a:endParaRPr lang="en-IN" sz="2000" b="0" u="none" strike="noStrike">
              <a:solidFill>
                <a:srgbClr val="000000"/>
              </a:solidFill>
              <a:effectLst/>
              <a:uFillTx/>
              <a:latin typeface="Calibri"/>
            </a:endParaRPr>
          </a:p>
          <a:p>
            <a:pPr marL="2592000" lvl="5" indent="-216000" algn="l">
              <a:spcBef>
                <a:spcPts val="283"/>
              </a:spcBef>
              <a:buClr>
                <a:srgbClr val="000000"/>
              </a:buClr>
              <a:buSzPct val="45000"/>
              <a:buFont typeface="Wingdings" charset="2"/>
              <a:buChar char=""/>
            </a:pPr>
            <a:r>
              <a:rPr lang="en-IN" sz="2000" b="0" u="none" strike="noStrike">
                <a:solidFill>
                  <a:srgbClr val="000000"/>
                </a:solidFill>
                <a:effectLst/>
                <a:uFillTx/>
                <a:latin typeface="Calibri"/>
              </a:rPr>
              <a:t>Sixth Outline Level</a:t>
            </a:r>
            <a:endParaRPr lang="en-IN" sz="2000" b="0" u="none" strike="noStrike">
              <a:solidFill>
                <a:srgbClr val="000000"/>
              </a:solidFill>
              <a:effectLst/>
              <a:uFillTx/>
              <a:latin typeface="Calibri"/>
            </a:endParaRPr>
          </a:p>
          <a:p>
            <a:pPr marL="3024000" lvl="6" indent="-216000" algn="l">
              <a:spcBef>
                <a:spcPts val="283"/>
              </a:spcBef>
              <a:buClr>
                <a:srgbClr val="000000"/>
              </a:buClr>
              <a:buSzPct val="45000"/>
              <a:buFont typeface="Wingdings" charset="2"/>
              <a:buChar char=""/>
            </a:pPr>
            <a:r>
              <a:rPr lang="en-IN" sz="2000" b="0" u="none" strike="noStrike">
                <a:solidFill>
                  <a:srgbClr val="000000"/>
                </a:solidFill>
                <a:effectLst/>
                <a:uFillTx/>
                <a:latin typeface="Calibri"/>
              </a:rPr>
              <a:t>Seventh Outline Level</a:t>
            </a:r>
            <a:endParaRPr lang="en-IN" sz="2000" b="0" u="none" strike="noStrike">
              <a:solidFill>
                <a:srgbClr val="000000"/>
              </a:solidFill>
              <a:effectLst/>
              <a:uFillTx/>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Blank">
    <p:bg>
      <p:bgPr>
        <a:solidFill>
          <a:schemeClr val="lt1"/>
        </a:solidFill>
      </p:bgPr>
    </p:bg>
    <p:spTree>
      <p:nvGrpSpPr>
        <p:cNvPr id="1" name=""/>
        <p:cNvGrpSpPr/>
        <p:nvPr/>
      </p:nvGrpSpPr>
      <p:grpSpPr>
        <a:xfrm>
          <a:off x="0" y="0"/>
          <a:ext cx="0" cy="0"/>
          <a:chOff x="0" y="0"/>
          <a:chExt cx="0" cy="0"/>
        </a:xfrm>
      </p:grpSpPr>
      <p:sp>
        <p:nvSpPr>
          <p:cNvPr id="34" name="bg object 16"/>
          <p:cNvSpPr/>
          <p:nvPr/>
        </p:nvSpPr>
        <p:spPr>
          <a:xfrm>
            <a:off x="0" y="0"/>
            <a:ext cx="18287640" cy="10286640"/>
          </a:xfrm>
          <a:custGeom>
            <a:avLst/>
            <a:gdLst>
              <a:gd name="textAreaLeft" fmla="*/ 0 w 18287640"/>
              <a:gd name="textAreaRight" fmla="*/ 18288000 w 18287640"/>
              <a:gd name="textAreaTop" fmla="*/ 0 h 10286640"/>
              <a:gd name="textAreaBottom" fmla="*/ 10287000 h 10286640"/>
            </a:gdLst>
            <a:ahLst/>
            <a:cxnLst/>
            <a:rect l="textAreaLeft" t="textAreaTop" r="textAreaRight" b="textAreaBottom"/>
            <a:pathLst>
              <a:path w="18288000" h="10287000">
                <a:moveTo>
                  <a:pt x="18288000" y="0"/>
                </a:moveTo>
                <a:lnTo>
                  <a:pt x="0" y="0"/>
                </a:lnTo>
                <a:lnTo>
                  <a:pt x="0" y="10287000"/>
                </a:lnTo>
                <a:lnTo>
                  <a:pt x="18288000" y="10287000"/>
                </a:lnTo>
                <a:lnTo>
                  <a:pt x="18288000" y="0"/>
                </a:lnTo>
                <a:close/>
              </a:path>
            </a:pathLst>
          </a:custGeom>
          <a:solidFill>
            <a:srgbClr val="F5FFFF"/>
          </a:solidFill>
          <a:ln w="0">
            <a:noFill/>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35" name="bg object 17"/>
          <p:cNvSpPr/>
          <p:nvPr/>
        </p:nvSpPr>
        <p:spPr>
          <a:xfrm>
            <a:off x="0" y="581040"/>
            <a:ext cx="18287640" cy="2057040"/>
          </a:xfrm>
          <a:custGeom>
            <a:avLst/>
            <a:gdLst>
              <a:gd name="textAreaLeft" fmla="*/ 0 w 18287640"/>
              <a:gd name="textAreaRight" fmla="*/ 18288000 w 18287640"/>
              <a:gd name="textAreaTop" fmla="*/ 0 h 2057040"/>
              <a:gd name="textAreaBottom" fmla="*/ 2057400 h 2057040"/>
            </a:gdLst>
            <a:ahLst/>
            <a:cxnLst/>
            <a:rect l="textAreaLeft" t="textAreaTop" r="textAreaRight" b="textAreaBottom"/>
            <a:pathLst>
              <a:path w="18288000" h="2057400">
                <a:moveTo>
                  <a:pt x="17293844" y="0"/>
                </a:moveTo>
                <a:lnTo>
                  <a:pt x="0" y="0"/>
                </a:lnTo>
                <a:lnTo>
                  <a:pt x="0" y="2057400"/>
                </a:lnTo>
                <a:lnTo>
                  <a:pt x="17293844" y="2057400"/>
                </a:lnTo>
                <a:lnTo>
                  <a:pt x="18288000" y="1028700"/>
                </a:lnTo>
                <a:lnTo>
                  <a:pt x="17293844" y="0"/>
                </a:lnTo>
                <a:close/>
              </a:path>
            </a:pathLst>
          </a:custGeom>
          <a:solidFill>
            <a:srgbClr val="112C62"/>
          </a:solidFill>
          <a:ln w="0">
            <a:noFill/>
          </a:ln>
        </p:spPr>
        <p:style>
          <a:lnRef idx="0"/>
          <a:fillRef idx="0"/>
          <a:effectRef idx="0"/>
          <a:fontRef idx="minor"/>
        </p:style>
        <p:txBody>
          <a:bodyPr lIns="0" tIns="0" rIns="0" bIns="0" anchor="t">
            <a:noAutofit/>
          </a:bodyPr>
          <a:p>
            <a:endParaRPr lang="en-IN" sz="1800" b="0" u="none" strike="noStrike">
              <a:solidFill>
                <a:srgbClr val="FFFFFF"/>
              </a:solidFill>
              <a:effectLst/>
              <a:uFillTx/>
              <a:latin typeface="Arial"/>
            </a:endParaRPr>
          </a:p>
        </p:txBody>
      </p:sp>
      <p:sp>
        <p:nvSpPr>
          <p:cNvPr id="36" name="bg object 18"/>
          <p:cNvSpPr/>
          <p:nvPr/>
        </p:nvSpPr>
        <p:spPr>
          <a:xfrm>
            <a:off x="0" y="581040"/>
            <a:ext cx="18287640" cy="2057040"/>
          </a:xfrm>
          <a:custGeom>
            <a:avLst/>
            <a:gdLst>
              <a:gd name="textAreaLeft" fmla="*/ 0 w 18287640"/>
              <a:gd name="textAreaRight" fmla="*/ 18288000 w 18287640"/>
              <a:gd name="textAreaTop" fmla="*/ 0 h 2057040"/>
              <a:gd name="textAreaBottom" fmla="*/ 2057400 h 2057040"/>
            </a:gdLst>
            <a:ahLst/>
            <a:cxnLst/>
            <a:rect l="textAreaLeft" t="textAreaTop" r="textAreaRight" b="textAreaBottom"/>
            <a:pathLst>
              <a:path w="18288000" h="2057400">
                <a:moveTo>
                  <a:pt x="17293844" y="0"/>
                </a:moveTo>
                <a:lnTo>
                  <a:pt x="0" y="0"/>
                </a:lnTo>
                <a:lnTo>
                  <a:pt x="0" y="2057400"/>
                </a:lnTo>
                <a:lnTo>
                  <a:pt x="17293844" y="2057400"/>
                </a:lnTo>
                <a:lnTo>
                  <a:pt x="18288000" y="1028700"/>
                </a:lnTo>
                <a:lnTo>
                  <a:pt x="17293844" y="0"/>
                </a:lnTo>
                <a:close/>
              </a:path>
            </a:pathLst>
          </a:custGeom>
          <a:noFill/>
          <a:ln w="19050">
            <a:solidFill>
              <a:srgbClr val="112C62"/>
            </a:solidFill>
            <a:round/>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37" name="PlaceHolder 1"/>
          <p:cNvSpPr>
            <a:spLocks noGrp="1"/>
          </p:cNvSpPr>
          <p:nvPr>
            <p:ph type="ftr" idx="13"/>
          </p:nvPr>
        </p:nvSpPr>
        <p:spPr>
          <a:xfrm>
            <a:off x="6217920" y="9567000"/>
            <a:ext cx="5851800" cy="514080"/>
          </a:xfrm>
          <a:prstGeom prst="rect">
            <a:avLst/>
          </a:prstGeom>
          <a:noFill/>
          <a:ln w="0">
            <a:noFill/>
          </a:ln>
        </p:spPr>
        <p:txBody>
          <a:bodyPr lIns="0" tIns="0" rIns="0" bIns="0" anchor="t">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8" name="PlaceHolder 2"/>
          <p:cNvSpPr>
            <a:spLocks noGrp="1"/>
          </p:cNvSpPr>
          <p:nvPr>
            <p:ph type="dt" idx="14"/>
          </p:nvPr>
        </p:nvSpPr>
        <p:spPr>
          <a:xfrm>
            <a:off x="914400" y="9567000"/>
            <a:ext cx="4205880" cy="514080"/>
          </a:xfrm>
          <a:prstGeom prst="rect">
            <a:avLst/>
          </a:prstGeom>
          <a:noFill/>
          <a:ln w="0">
            <a:noFill/>
          </a:ln>
        </p:spPr>
        <p:txBody>
          <a:bodyPr lIns="0" tIns="0" rIns="0" bIns="0" anchor="t">
            <a:noAutofit/>
          </a:bodyPr>
          <a:lstStyle>
            <a:lvl1pPr indent="0" algn="l">
              <a:lnSpc>
                <a:spcPct val="100000"/>
              </a:lnSpc>
              <a:buNone/>
              <a:defRPr lang="en-US" sz="1400" b="0" u="none" strike="noStrike">
                <a:solidFill>
                  <a:schemeClr val="dk1">
                    <a:tint val="75000"/>
                  </a:schemeClr>
                </a:solidFill>
                <a:effectLst/>
                <a:uFillTx/>
                <a:latin typeface="Times New Roman"/>
              </a:defRPr>
            </a:lvl1pPr>
          </a:lstStyle>
          <a:p>
            <a:pPr indent="0" algn="l">
              <a:lnSpc>
                <a:spcPct val="100000"/>
              </a:lnSpc>
              <a:buNone/>
            </a:pPr>
            <a:r>
              <a:rPr lang="en-US" sz="1400" b="0" u="none" strike="noStrike">
                <a:solidFill>
                  <a:schemeClr val="dk1">
                    <a:tint val="75000"/>
                  </a:schemeClr>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39" name="PlaceHolder 3"/>
          <p:cNvSpPr>
            <a:spLocks noGrp="1"/>
          </p:cNvSpPr>
          <p:nvPr>
            <p:ph type="sldNum" idx="15"/>
          </p:nvPr>
        </p:nvSpPr>
        <p:spPr>
          <a:xfrm>
            <a:off x="13167360" y="9567000"/>
            <a:ext cx="4205880" cy="514080"/>
          </a:xfrm>
          <a:prstGeom prst="rect">
            <a:avLst/>
          </a:prstGeom>
          <a:noFill/>
          <a:ln w="0">
            <a:noFill/>
          </a:ln>
        </p:spPr>
        <p:txBody>
          <a:bodyPr lIns="0" tIns="0" rIns="0" bIns="0" anchor="t">
            <a:noAutofit/>
          </a:bodyPr>
          <a:lstStyle>
            <a:lvl1pPr indent="0" algn="r">
              <a:lnSpc>
                <a:spcPct val="100000"/>
              </a:lnSpc>
              <a:buNone/>
              <a:defRPr lang="en-IN" sz="1400" b="0" u="none" strike="noStrike">
                <a:solidFill>
                  <a:schemeClr val="dk1">
                    <a:tint val="75000"/>
                  </a:schemeClr>
                </a:solidFill>
                <a:effectLst/>
                <a:uFillTx/>
                <a:latin typeface="Times New Roman"/>
              </a:defRPr>
            </a:lvl1pPr>
          </a:lstStyle>
          <a:p>
            <a:pPr indent="0" algn="r">
              <a:lnSpc>
                <a:spcPct val="100000"/>
              </a:lnSpc>
              <a:buNone/>
            </a:pPr>
            <a:fld id="{061ED965-4122-4DC2-ACED-B30D3AA3332A}" type="slidenum">
              <a:rPr lang="en-IN" sz="1400" b="0" u="none" strike="noStrike">
                <a:solidFill>
                  <a:schemeClr val="dk1">
                    <a:tint val="75000"/>
                  </a:schemeClr>
                </a:solidFill>
                <a:effectLst/>
                <a:uFillTx/>
                <a:latin typeface="Times New Roman"/>
              </a:rPr>
              <a:t>&lt;number&gt;</a:t>
            </a:fld>
            <a:endParaRPr lang="en-IN" sz="14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image" Target="../media/image19.png"/><Relationship Id="rId16" Type="http://schemas.openxmlformats.org/officeDocument/2006/relationships/image" Target="../media/image20.png"/><Relationship Id="rId17" Type="http://schemas.openxmlformats.org/officeDocument/2006/relationships/image" Target="../media/image21.png"/><Relationship Id="rId18" Type="http://schemas.openxmlformats.org/officeDocument/2006/relationships/image" Target="../media/image22.png"/><Relationship Id="rId19" Type="http://schemas.openxmlformats.org/officeDocument/2006/relationships/image" Target="../media/image23.png"/><Relationship Id="rId20" Type="http://schemas.openxmlformats.org/officeDocument/2006/relationships/image" Target="../media/image24.png"/><Relationship Id="rId21" Type="http://schemas.openxmlformats.org/officeDocument/2006/relationships/image" Target="../media/image25.png"/><Relationship Id="rId22" Type="http://schemas.openxmlformats.org/officeDocument/2006/relationships/image" Target="../media/image26.png"/><Relationship Id="rId23" Type="http://schemas.openxmlformats.org/officeDocument/2006/relationships/image" Target="../media/image27.png"/><Relationship Id="rId24" Type="http://schemas.openxmlformats.org/officeDocument/2006/relationships/image" Target="../media/image28.png"/><Relationship Id="rId25" Type="http://schemas.openxmlformats.org/officeDocument/2006/relationships/image" Target="../media/image29.png"/><Relationship Id="rId26"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46" name="object 2"/>
          <p:cNvSpPr/>
          <p:nvPr/>
        </p:nvSpPr>
        <p:spPr>
          <a:xfrm>
            <a:off x="0" y="0"/>
            <a:ext cx="18287640" cy="10286640"/>
          </a:xfrm>
          <a:custGeom>
            <a:avLst/>
            <a:gdLst>
              <a:gd name="textAreaLeft" fmla="*/ 0 w 18287640"/>
              <a:gd name="textAreaRight" fmla="*/ 18288000 w 18287640"/>
              <a:gd name="textAreaTop" fmla="*/ 0 h 10286640"/>
              <a:gd name="textAreaBottom" fmla="*/ 10287000 h 10286640"/>
            </a:gdLst>
            <a:ahLst/>
            <a:cxnLst/>
            <a:rect l="textAreaLeft" t="textAreaTop" r="textAreaRight" b="textAreaBottom"/>
            <a:pathLst>
              <a:path w="18288000" h="10287000">
                <a:moveTo>
                  <a:pt x="18288000" y="0"/>
                </a:moveTo>
                <a:lnTo>
                  <a:pt x="0" y="0"/>
                </a:lnTo>
                <a:lnTo>
                  <a:pt x="0" y="10287000"/>
                </a:lnTo>
                <a:lnTo>
                  <a:pt x="18288000" y="10287000"/>
                </a:lnTo>
                <a:lnTo>
                  <a:pt x="18288000" y="0"/>
                </a:lnTo>
                <a:close/>
              </a:path>
            </a:pathLst>
          </a:custGeom>
          <a:solidFill>
            <a:srgbClr val="F5FFFF"/>
          </a:solidFill>
          <a:ln w="0">
            <a:noFill/>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47" name="object 3"/>
          <p:cNvPicPr/>
          <p:nvPr/>
        </p:nvPicPr>
        <p:blipFill>
          <a:blip r:embed="rId1"/>
          <a:stretch/>
        </p:blipFill>
        <p:spPr>
          <a:xfrm>
            <a:off x="228600" y="190440"/>
            <a:ext cx="1294920" cy="1275840"/>
          </a:xfrm>
          <a:prstGeom prst="rect">
            <a:avLst/>
          </a:prstGeom>
          <a:noFill/>
          <a:ln w="0">
            <a:noFill/>
          </a:ln>
        </p:spPr>
      </p:pic>
      <p:sp>
        <p:nvSpPr>
          <p:cNvPr id="48" name="PlaceHolder 1"/>
          <p:cNvSpPr>
            <a:spLocks noGrp="1"/>
          </p:cNvSpPr>
          <p:nvPr>
            <p:ph type="title"/>
          </p:nvPr>
        </p:nvSpPr>
        <p:spPr>
          <a:xfrm>
            <a:off x="2880000" y="550800"/>
            <a:ext cx="12960000" cy="915840"/>
          </a:xfrm>
          <a:prstGeom prst="rect">
            <a:avLst/>
          </a:prstGeom>
          <a:noFill/>
          <a:ln w="0">
            <a:noFill/>
          </a:ln>
        </p:spPr>
        <p:txBody>
          <a:bodyPr lIns="0" tIns="16560" rIns="0" bIns="0" anchor="t">
            <a:spAutoFit/>
          </a:bodyPr>
          <a:p>
            <a:pPr marL="12600" indent="0" algn="l">
              <a:lnSpc>
                <a:spcPct val="100000"/>
              </a:lnSpc>
              <a:spcBef>
                <a:spcPts val="130"/>
              </a:spcBef>
              <a:buNone/>
            </a:pPr>
            <a:r>
              <a:rPr lang="en-IN" sz="5000" b="1" u="none" strike="noStrike">
                <a:solidFill>
                  <a:srgbClr val="000000"/>
                </a:solidFill>
                <a:effectLst/>
                <a:uFillTx/>
                <a:latin typeface="Times New Roman"/>
              </a:rPr>
              <a:t>Artificial</a:t>
            </a:r>
            <a:r>
              <a:rPr lang="en-IN" sz="5000" b="1" u="none" spc="-105" strike="noStrike">
                <a:solidFill>
                  <a:srgbClr val="000000"/>
                </a:solidFill>
                <a:effectLst/>
                <a:uFillTx/>
                <a:latin typeface="Times New Roman"/>
              </a:rPr>
              <a:t> </a:t>
            </a:r>
            <a:r>
              <a:rPr lang="en-IN" sz="5000" b="1" u="none" strike="noStrike">
                <a:solidFill>
                  <a:srgbClr val="000000"/>
                </a:solidFill>
                <a:effectLst/>
                <a:uFillTx/>
                <a:latin typeface="Times New Roman"/>
              </a:rPr>
              <a:t>Intelligence</a:t>
            </a:r>
            <a:r>
              <a:rPr lang="en-IN" sz="5000" b="1" u="none" spc="-159" strike="noStrike">
                <a:solidFill>
                  <a:srgbClr val="000000"/>
                </a:solidFill>
                <a:effectLst/>
                <a:uFillTx/>
                <a:latin typeface="Times New Roman"/>
              </a:rPr>
              <a:t> </a:t>
            </a:r>
            <a:r>
              <a:rPr lang="en-IN" sz="5000" b="1" u="none" strike="noStrike">
                <a:solidFill>
                  <a:srgbClr val="000000"/>
                </a:solidFill>
                <a:effectLst/>
                <a:uFillTx/>
                <a:latin typeface="Times New Roman"/>
              </a:rPr>
              <a:t>and</a:t>
            </a:r>
            <a:r>
              <a:rPr lang="en-IN" sz="5000" b="1" u="none" spc="-184" strike="noStrike">
                <a:solidFill>
                  <a:srgbClr val="000000"/>
                </a:solidFill>
                <a:effectLst/>
                <a:uFillTx/>
                <a:latin typeface="Times New Roman"/>
              </a:rPr>
              <a:t> </a:t>
            </a:r>
            <a:r>
              <a:rPr lang="en-IN" sz="5000" b="1" u="none" strike="noStrike">
                <a:solidFill>
                  <a:srgbClr val="000000"/>
                </a:solidFill>
                <a:effectLst/>
                <a:uFillTx/>
                <a:latin typeface="Times New Roman"/>
              </a:rPr>
              <a:t>Data</a:t>
            </a:r>
            <a:r>
              <a:rPr lang="en-IN" sz="5000" b="1" u="none" spc="-145" strike="noStrike">
                <a:solidFill>
                  <a:srgbClr val="000000"/>
                </a:solidFill>
                <a:effectLst/>
                <a:uFillTx/>
                <a:latin typeface="Times New Roman"/>
              </a:rPr>
              <a:t> </a:t>
            </a:r>
            <a:r>
              <a:rPr lang="en-IN" sz="5000" b="1" u="none" spc="-11" strike="noStrike">
                <a:solidFill>
                  <a:srgbClr val="000000"/>
                </a:solidFill>
                <a:effectLst/>
                <a:uFillTx/>
                <a:latin typeface="Times New Roman"/>
              </a:rPr>
              <a:t>Science</a:t>
            </a:r>
            <a:endParaRPr lang="en-IN" sz="5000" b="0" u="none" strike="noStrike">
              <a:solidFill>
                <a:srgbClr val="000000"/>
              </a:solidFill>
              <a:effectLst/>
              <a:uFillTx/>
              <a:latin typeface="Calibri"/>
            </a:endParaRPr>
          </a:p>
        </p:txBody>
      </p:sp>
      <p:pic>
        <p:nvPicPr>
          <p:cNvPr id="49" name="object 4"/>
          <p:cNvPicPr/>
          <p:nvPr/>
        </p:nvPicPr>
        <p:blipFill>
          <a:blip r:embed="rId2"/>
          <a:stretch/>
        </p:blipFill>
        <p:spPr>
          <a:xfrm>
            <a:off x="15735240" y="190440"/>
            <a:ext cx="2523600" cy="942480"/>
          </a:xfrm>
          <a:prstGeom prst="rect">
            <a:avLst/>
          </a:prstGeom>
          <a:noFill/>
          <a:ln w="0">
            <a:noFill/>
          </a:ln>
        </p:spPr>
      </p:pic>
      <p:sp>
        <p:nvSpPr>
          <p:cNvPr id="50" name="object 6"/>
          <p:cNvSpPr/>
          <p:nvPr/>
        </p:nvSpPr>
        <p:spPr>
          <a:xfrm>
            <a:off x="4974480" y="1315800"/>
            <a:ext cx="7688160" cy="4844520"/>
          </a:xfrm>
          <a:prstGeom prst="rect">
            <a:avLst/>
          </a:prstGeom>
          <a:noFill/>
          <a:ln w="0">
            <a:noFill/>
          </a:ln>
        </p:spPr>
        <p:style>
          <a:lnRef idx="0"/>
          <a:fillRef idx="0"/>
          <a:effectRef idx="0"/>
          <a:fontRef idx="minor"/>
        </p:style>
        <p:txBody>
          <a:bodyPr lIns="0" tIns="12240" rIns="0" bIns="0" anchor="t">
            <a:spAutoFit/>
          </a:bodyPr>
          <a:p>
            <a:pPr marL="2584440" indent="-2572560">
              <a:lnSpc>
                <a:spcPct val="118000"/>
              </a:lnSpc>
              <a:spcBef>
                <a:spcPts val="96"/>
              </a:spcBef>
              <a:tabLst>
                <a:tab pos="0" algn="l"/>
              </a:tabLst>
            </a:pPr>
            <a:r>
              <a:rPr lang="en-IN" sz="4550" b="1" u="none" strike="noStrike">
                <a:solidFill>
                  <a:srgbClr val="000000"/>
                </a:solidFill>
                <a:effectLst/>
                <a:uFillTx/>
                <a:latin typeface="Times New Roman"/>
              </a:rPr>
              <a:t>Data</a:t>
            </a:r>
            <a:r>
              <a:rPr lang="en-IN" sz="4550" b="1" u="none" spc="34" strike="noStrike">
                <a:solidFill>
                  <a:srgbClr val="000000"/>
                </a:solidFill>
                <a:effectLst/>
                <a:uFillTx/>
                <a:latin typeface="Times New Roman"/>
              </a:rPr>
              <a:t> </a:t>
            </a:r>
            <a:r>
              <a:rPr lang="en-IN" sz="4550" b="1" u="none" strike="noStrike">
                <a:solidFill>
                  <a:srgbClr val="000000"/>
                </a:solidFill>
                <a:effectLst/>
                <a:uFillTx/>
                <a:latin typeface="Times New Roman"/>
              </a:rPr>
              <a:t>Science</a:t>
            </a:r>
            <a:r>
              <a:rPr lang="en-IN" sz="4550" b="1" u="none" spc="65" strike="noStrike">
                <a:solidFill>
                  <a:srgbClr val="000000"/>
                </a:solidFill>
                <a:effectLst/>
                <a:uFillTx/>
                <a:latin typeface="Times New Roman"/>
              </a:rPr>
              <a:t> </a:t>
            </a:r>
            <a:r>
              <a:rPr lang="en-IN" sz="4550" b="1" u="none" strike="noStrike">
                <a:solidFill>
                  <a:srgbClr val="000000"/>
                </a:solidFill>
                <a:effectLst/>
                <a:uFillTx/>
                <a:latin typeface="Times New Roman"/>
              </a:rPr>
              <a:t>and</a:t>
            </a:r>
            <a:r>
              <a:rPr lang="en-IN" sz="4550" b="1" u="none" spc="-60" strike="noStrike">
                <a:solidFill>
                  <a:srgbClr val="000000"/>
                </a:solidFill>
                <a:effectLst/>
                <a:uFillTx/>
                <a:latin typeface="Times New Roman"/>
              </a:rPr>
              <a:t> </a:t>
            </a:r>
            <a:r>
              <a:rPr lang="en-IN" sz="4550" b="1" u="none" spc="-11" strike="noStrike">
                <a:solidFill>
                  <a:srgbClr val="000000"/>
                </a:solidFill>
                <a:effectLst/>
                <a:uFillTx/>
                <a:latin typeface="Times New Roman"/>
              </a:rPr>
              <a:t>Visualization 24ADI204</a:t>
            </a:r>
            <a:endParaRPr lang="en-IN" sz="4550" b="0" u="none" strike="noStrike">
              <a:solidFill>
                <a:srgbClr val="000000"/>
              </a:solidFill>
              <a:effectLst/>
              <a:uFillTx/>
              <a:latin typeface="Arial"/>
            </a:endParaRPr>
          </a:p>
          <a:p>
            <a:pPr marL="47520">
              <a:lnSpc>
                <a:spcPct val="100000"/>
              </a:lnSpc>
              <a:spcBef>
                <a:spcPts val="3784"/>
              </a:spcBef>
              <a:tabLst>
                <a:tab pos="0" algn="l"/>
              </a:tabLst>
            </a:pPr>
            <a:r>
              <a:rPr lang="en-IN" sz="3500" b="1" u="none" spc="-91" strike="noStrike">
                <a:solidFill>
                  <a:srgbClr val="000000"/>
                </a:solidFill>
                <a:effectLst/>
                <a:uFillTx/>
                <a:latin typeface="Times New Roman"/>
              </a:rPr>
              <a:t>DATA-</a:t>
            </a:r>
            <a:r>
              <a:rPr lang="en-IN" sz="3500" b="1" u="none" strike="noStrike">
                <a:solidFill>
                  <a:srgbClr val="000000"/>
                </a:solidFill>
                <a:effectLst/>
                <a:uFillTx/>
                <a:latin typeface="Times New Roman"/>
              </a:rPr>
              <a:t>VIZ</a:t>
            </a:r>
            <a:r>
              <a:rPr lang="en-IN" sz="3500" b="1" u="none" spc="190" strike="noStrike">
                <a:solidFill>
                  <a:srgbClr val="000000"/>
                </a:solidFill>
                <a:effectLst/>
                <a:uFillTx/>
                <a:latin typeface="Times New Roman"/>
              </a:rPr>
              <a:t> </a:t>
            </a:r>
            <a:r>
              <a:rPr lang="en-IN" sz="3500" b="1" u="none" strike="noStrike">
                <a:solidFill>
                  <a:srgbClr val="000000"/>
                </a:solidFill>
                <a:effectLst/>
                <a:uFillTx/>
                <a:latin typeface="Times New Roman"/>
              </a:rPr>
              <a:t>HACK-A-BIT</a:t>
            </a:r>
            <a:r>
              <a:rPr lang="en-IN" sz="3500" b="1" u="none" spc="196" strike="noStrike">
                <a:solidFill>
                  <a:srgbClr val="000000"/>
                </a:solidFill>
                <a:effectLst/>
                <a:uFillTx/>
                <a:latin typeface="Times New Roman"/>
              </a:rPr>
              <a:t> </a:t>
            </a:r>
            <a:r>
              <a:rPr lang="en-IN" sz="3500" b="1" u="none" strike="noStrike">
                <a:solidFill>
                  <a:srgbClr val="000000"/>
                </a:solidFill>
                <a:effectLst/>
                <a:uFillTx/>
                <a:latin typeface="Times New Roman"/>
              </a:rPr>
              <a:t>(2026-</a:t>
            </a:r>
            <a:r>
              <a:rPr lang="en-IN" sz="3500" b="1" u="none" spc="-11" strike="noStrike">
                <a:solidFill>
                  <a:srgbClr val="000000"/>
                </a:solidFill>
                <a:effectLst/>
                <a:uFillTx/>
                <a:latin typeface="Times New Roman"/>
              </a:rPr>
              <a:t>2027)</a:t>
            </a:r>
            <a:endParaRPr lang="en-IN" sz="3500" b="0" u="none" strike="noStrike">
              <a:solidFill>
                <a:srgbClr val="000000"/>
              </a:solidFill>
              <a:effectLst/>
              <a:uFillTx/>
              <a:latin typeface="Arial"/>
            </a:endParaRPr>
          </a:p>
          <a:p>
            <a:pPr algn="ctr">
              <a:lnSpc>
                <a:spcPct val="100000"/>
              </a:lnSpc>
              <a:spcBef>
                <a:spcPts val="3569"/>
              </a:spcBef>
              <a:tabLst>
                <a:tab pos="0" algn="l"/>
              </a:tabLst>
            </a:pPr>
            <a:r>
              <a:rPr lang="en-IN" sz="3200" b="1" u="none" strike="noStrike">
                <a:solidFill>
                  <a:srgbClr val="000000"/>
                </a:solidFill>
                <a:effectLst/>
                <a:uFillTx/>
                <a:latin typeface="Times New Roman"/>
              </a:rPr>
              <a:t>MID</a:t>
            </a:r>
            <a:r>
              <a:rPr lang="en-IN" sz="3200" b="1" u="none" spc="-40" strike="noStrike">
                <a:solidFill>
                  <a:srgbClr val="000000"/>
                </a:solidFill>
                <a:effectLst/>
                <a:uFillTx/>
                <a:latin typeface="Times New Roman"/>
              </a:rPr>
              <a:t> </a:t>
            </a:r>
            <a:r>
              <a:rPr lang="en-IN" sz="3200" b="1" u="none" spc="-20" strike="noStrike">
                <a:solidFill>
                  <a:srgbClr val="000000"/>
                </a:solidFill>
                <a:effectLst/>
                <a:uFillTx/>
                <a:latin typeface="Times New Roman"/>
              </a:rPr>
              <a:t>REVIEW</a:t>
            </a:r>
            <a:r>
              <a:rPr lang="en-IN" sz="3200" b="1" u="none" spc="-170" strike="noStrike">
                <a:solidFill>
                  <a:srgbClr val="000000"/>
                </a:solidFill>
                <a:effectLst/>
                <a:uFillTx/>
                <a:latin typeface="Times New Roman"/>
              </a:rPr>
              <a:t> </a:t>
            </a:r>
            <a:r>
              <a:rPr lang="en-IN" sz="3200" b="1" u="none" strike="noStrike">
                <a:solidFill>
                  <a:srgbClr val="000000"/>
                </a:solidFill>
                <a:effectLst/>
                <a:uFillTx/>
                <a:latin typeface="Times New Roman"/>
              </a:rPr>
              <a:t>(September</a:t>
            </a:r>
            <a:r>
              <a:rPr lang="en-IN" sz="3200" b="1" u="none" spc="-119" strike="noStrike">
                <a:solidFill>
                  <a:srgbClr val="000000"/>
                </a:solidFill>
                <a:effectLst/>
                <a:uFillTx/>
                <a:latin typeface="Times New Roman"/>
              </a:rPr>
              <a:t> </a:t>
            </a:r>
            <a:r>
              <a:rPr lang="en-IN" sz="3200" b="1" u="none" spc="-11" strike="noStrike">
                <a:solidFill>
                  <a:srgbClr val="000000"/>
                </a:solidFill>
                <a:effectLst/>
                <a:uFillTx/>
                <a:latin typeface="Times New Roman"/>
              </a:rPr>
              <a:t>2026)</a:t>
            </a:r>
            <a:endParaRPr lang="en-IN" sz="3200" b="0" u="none" strike="noStrike">
              <a:solidFill>
                <a:srgbClr val="000000"/>
              </a:solidFill>
              <a:effectLst/>
              <a:uFillTx/>
              <a:latin typeface="Arial"/>
            </a:endParaRPr>
          </a:p>
          <a:p>
            <a:pPr>
              <a:lnSpc>
                <a:spcPct val="100000"/>
              </a:lnSpc>
              <a:spcBef>
                <a:spcPts val="1196"/>
              </a:spcBef>
              <a:tabLst>
                <a:tab pos="0" algn="l"/>
              </a:tabLst>
            </a:pPr>
            <a:endParaRPr lang="en-IN" sz="3200" b="0" u="none" strike="noStrike">
              <a:solidFill>
                <a:srgbClr val="000000"/>
              </a:solidFill>
              <a:effectLst/>
              <a:uFillTx/>
              <a:latin typeface="Arial"/>
            </a:endParaRPr>
          </a:p>
          <a:p>
            <a:pPr algn="ctr">
              <a:lnSpc>
                <a:spcPct val="100000"/>
              </a:lnSpc>
              <a:tabLst>
                <a:tab pos="0" algn="l"/>
              </a:tabLst>
            </a:pPr>
            <a:r>
              <a:rPr lang="en-IN" sz="3600" b="0" u="none" strike="noStrike">
                <a:solidFill>
                  <a:srgbClr val="000000"/>
                </a:solidFill>
                <a:effectLst/>
                <a:uFillTx/>
                <a:latin typeface="Times New Roman"/>
              </a:rPr>
              <a:t>Team</a:t>
            </a:r>
            <a:r>
              <a:rPr lang="en-IN" sz="3600" b="0" u="none" spc="-31" strike="noStrike">
                <a:solidFill>
                  <a:srgbClr val="000000"/>
                </a:solidFill>
                <a:effectLst/>
                <a:uFillTx/>
                <a:latin typeface="Times New Roman"/>
              </a:rPr>
              <a:t> </a:t>
            </a:r>
            <a:r>
              <a:rPr lang="en-IN" sz="3600" b="0" u="none" strike="noStrike">
                <a:solidFill>
                  <a:srgbClr val="000000"/>
                </a:solidFill>
                <a:effectLst/>
                <a:uFillTx/>
                <a:latin typeface="Times New Roman"/>
              </a:rPr>
              <a:t>Number:</a:t>
            </a:r>
            <a:r>
              <a:rPr lang="en-IN" sz="3600" b="0" u="none" spc="734" strike="noStrike">
                <a:solidFill>
                  <a:srgbClr val="000000"/>
                </a:solidFill>
                <a:effectLst/>
                <a:uFillTx/>
                <a:latin typeface="Times New Roman"/>
              </a:rPr>
              <a:t> </a:t>
            </a:r>
            <a:r>
              <a:rPr lang="en-IN" sz="3600" b="0" u="none" strike="noStrike">
                <a:solidFill>
                  <a:srgbClr val="000000"/>
                </a:solidFill>
                <a:effectLst/>
                <a:uFillTx/>
                <a:latin typeface="Times New Roman"/>
              </a:rPr>
              <a:t>1</a:t>
            </a:r>
            <a:endParaRPr lang="en-IN" sz="3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2550960" y="550800"/>
            <a:ext cx="13186080" cy="1431720"/>
          </a:xfrm>
          <a:prstGeom prst="rect">
            <a:avLst/>
          </a:prstGeom>
          <a:noFill/>
          <a:ln w="0">
            <a:noFill/>
          </a:ln>
        </p:spPr>
        <p:txBody>
          <a:bodyPr lIns="0" tIns="412200" rIns="0" bIns="0" anchor="t">
            <a:spAutoFit/>
          </a:bodyPr>
          <a:p>
            <a:pPr marL="2097360" indent="0" algn="l">
              <a:lnSpc>
                <a:spcPct val="100000"/>
              </a:lnSpc>
              <a:spcBef>
                <a:spcPts val="105"/>
              </a:spcBef>
              <a:buNone/>
            </a:pPr>
            <a:r>
              <a:rPr lang="en-IN" sz="6600" b="0" u="none" spc="-184" strike="noStrike">
                <a:solidFill>
                  <a:schemeClr val="lt1"/>
                </a:solidFill>
                <a:effectLst/>
                <a:uFillTx/>
                <a:latin typeface="Arial Black"/>
              </a:rPr>
              <a:t>Problem</a:t>
            </a:r>
            <a:r>
              <a:rPr lang="en-IN" sz="6600" b="0" u="none" spc="-774" strike="noStrike">
                <a:solidFill>
                  <a:schemeClr val="lt1"/>
                </a:solidFill>
                <a:effectLst/>
                <a:uFillTx/>
                <a:latin typeface="Arial Black"/>
              </a:rPr>
              <a:t> </a:t>
            </a:r>
            <a:r>
              <a:rPr lang="en-IN" sz="6600" b="0" u="none" spc="-159" strike="noStrike">
                <a:solidFill>
                  <a:schemeClr val="lt1"/>
                </a:solidFill>
                <a:effectLst/>
                <a:uFillTx/>
                <a:latin typeface="Arial Black"/>
              </a:rPr>
              <a:t>Statement</a:t>
            </a:r>
            <a:endParaRPr lang="en-IN" sz="6600" b="0" u="none" strike="noStrike">
              <a:solidFill>
                <a:srgbClr val="000000"/>
              </a:solidFill>
              <a:effectLst/>
              <a:uFillTx/>
              <a:latin typeface="Calibri"/>
            </a:endParaRPr>
          </a:p>
        </p:txBody>
      </p:sp>
      <p:sp>
        <p:nvSpPr>
          <p:cNvPr id="52" name="object 3"/>
          <p:cNvSpPr/>
          <p:nvPr/>
        </p:nvSpPr>
        <p:spPr>
          <a:xfrm>
            <a:off x="735840" y="3365640"/>
            <a:ext cx="1900080" cy="1727640"/>
          </a:xfrm>
          <a:custGeom>
            <a:avLst/>
            <a:gdLst>
              <a:gd name="textAreaLeft" fmla="*/ 0 w 1900080"/>
              <a:gd name="textAreaRight" fmla="*/ 1900440 w 1900080"/>
              <a:gd name="textAreaTop" fmla="*/ 0 h 1727640"/>
              <a:gd name="textAreaBottom" fmla="*/ 1728000 h 1727640"/>
            </a:gdLst>
            <a:ahLst/>
            <a:cxnLst/>
            <a:rect l="textAreaLeft" t="textAreaTop" r="textAreaRight" b="textAreaBottom"/>
            <a:pathLst>
              <a:path w="1900555" h="1727835">
                <a:moveTo>
                  <a:pt x="730820" y="1633817"/>
                </a:moveTo>
                <a:lnTo>
                  <a:pt x="0" y="1633817"/>
                </a:lnTo>
                <a:lnTo>
                  <a:pt x="0" y="1727435"/>
                </a:lnTo>
                <a:lnTo>
                  <a:pt x="767436" y="1727435"/>
                </a:lnTo>
                <a:lnTo>
                  <a:pt x="730820" y="1633817"/>
                </a:lnTo>
                <a:close/>
              </a:path>
              <a:path w="1900555" h="1727835">
                <a:moveTo>
                  <a:pt x="1322657" y="1334660"/>
                </a:moveTo>
                <a:lnTo>
                  <a:pt x="679384" y="1334660"/>
                </a:lnTo>
                <a:lnTo>
                  <a:pt x="832356" y="1727435"/>
                </a:lnTo>
                <a:lnTo>
                  <a:pt x="1475164" y="1727436"/>
                </a:lnTo>
                <a:lnTo>
                  <a:pt x="1432171" y="1616707"/>
                </a:lnTo>
                <a:lnTo>
                  <a:pt x="1062990" y="1616707"/>
                </a:lnTo>
                <a:lnTo>
                  <a:pt x="1026789" y="1601666"/>
                </a:lnTo>
                <a:lnTo>
                  <a:pt x="1000378" y="1572077"/>
                </a:lnTo>
                <a:lnTo>
                  <a:pt x="990260" y="1531051"/>
                </a:lnTo>
                <a:lnTo>
                  <a:pt x="990152" y="1530615"/>
                </a:lnTo>
                <a:lnTo>
                  <a:pt x="1015812" y="1469108"/>
                </a:lnTo>
                <a:lnTo>
                  <a:pt x="1077739" y="1443524"/>
                </a:lnTo>
                <a:lnTo>
                  <a:pt x="1364927" y="1443524"/>
                </a:lnTo>
                <a:lnTo>
                  <a:pt x="1322657" y="1334660"/>
                </a:lnTo>
                <a:close/>
              </a:path>
              <a:path w="1900555" h="1727835">
                <a:moveTo>
                  <a:pt x="1900545" y="1633817"/>
                </a:moveTo>
                <a:lnTo>
                  <a:pt x="1504399" y="1633817"/>
                </a:lnTo>
                <a:lnTo>
                  <a:pt x="1541014" y="1727436"/>
                </a:lnTo>
                <a:lnTo>
                  <a:pt x="1900545" y="1727436"/>
                </a:lnTo>
                <a:lnTo>
                  <a:pt x="1900545" y="1633817"/>
                </a:lnTo>
                <a:close/>
              </a:path>
              <a:path w="1900555" h="1727835">
                <a:moveTo>
                  <a:pt x="1364927" y="1443524"/>
                </a:moveTo>
                <a:lnTo>
                  <a:pt x="1077739" y="1443524"/>
                </a:lnTo>
                <a:lnTo>
                  <a:pt x="1119196" y="1453744"/>
                </a:lnTo>
                <a:lnTo>
                  <a:pt x="1148701" y="1480142"/>
                </a:lnTo>
                <a:lnTo>
                  <a:pt x="1163621" y="1516322"/>
                </a:lnTo>
                <a:lnTo>
                  <a:pt x="1161349" y="1555434"/>
                </a:lnTo>
                <a:lnTo>
                  <a:pt x="1161322" y="1555889"/>
                </a:lnTo>
                <a:lnTo>
                  <a:pt x="1139172" y="1592446"/>
                </a:lnTo>
                <a:lnTo>
                  <a:pt x="1102583" y="1614525"/>
                </a:lnTo>
                <a:lnTo>
                  <a:pt x="1062990" y="1616707"/>
                </a:lnTo>
                <a:lnTo>
                  <a:pt x="1432171" y="1616707"/>
                </a:lnTo>
                <a:lnTo>
                  <a:pt x="1364927" y="1443524"/>
                </a:lnTo>
                <a:close/>
              </a:path>
              <a:path w="1900555" h="1727835">
                <a:moveTo>
                  <a:pt x="1619418" y="1245396"/>
                </a:moveTo>
                <a:lnTo>
                  <a:pt x="1445988" y="1245396"/>
                </a:lnTo>
                <a:lnTo>
                  <a:pt x="1396375" y="1253018"/>
                </a:lnTo>
                <a:lnTo>
                  <a:pt x="1352299" y="1275008"/>
                </a:lnTo>
                <a:lnTo>
                  <a:pt x="1359037" y="1278083"/>
                </a:lnTo>
                <a:lnTo>
                  <a:pt x="1364707" y="1282627"/>
                </a:lnTo>
                <a:lnTo>
                  <a:pt x="1369070" y="1288477"/>
                </a:lnTo>
                <a:lnTo>
                  <a:pt x="1371885" y="1295472"/>
                </a:lnTo>
                <a:lnTo>
                  <a:pt x="1479988" y="1572852"/>
                </a:lnTo>
                <a:lnTo>
                  <a:pt x="1647781" y="1572852"/>
                </a:lnTo>
                <a:lnTo>
                  <a:pt x="1647781" y="1484889"/>
                </a:lnTo>
                <a:lnTo>
                  <a:pt x="1678294" y="1454412"/>
                </a:lnTo>
                <a:lnTo>
                  <a:pt x="1783317" y="1454412"/>
                </a:lnTo>
                <a:lnTo>
                  <a:pt x="1783317" y="1409121"/>
                </a:lnTo>
                <a:lnTo>
                  <a:pt x="1777441" y="1365848"/>
                </a:lnTo>
                <a:lnTo>
                  <a:pt x="1760870" y="1326808"/>
                </a:lnTo>
                <a:lnTo>
                  <a:pt x="1735194" y="1293621"/>
                </a:lnTo>
                <a:lnTo>
                  <a:pt x="1702001" y="1267910"/>
                </a:lnTo>
                <a:lnTo>
                  <a:pt x="1662879" y="1251295"/>
                </a:lnTo>
                <a:lnTo>
                  <a:pt x="1619418" y="1245396"/>
                </a:lnTo>
                <a:close/>
              </a:path>
              <a:path w="1900555" h="1727835">
                <a:moveTo>
                  <a:pt x="1783317" y="1454412"/>
                </a:moveTo>
                <a:lnTo>
                  <a:pt x="1678294" y="1454412"/>
                </a:lnTo>
                <a:lnTo>
                  <a:pt x="1690212" y="1456786"/>
                </a:lnTo>
                <a:lnTo>
                  <a:pt x="1699886" y="1463283"/>
                </a:lnTo>
                <a:lnTo>
                  <a:pt x="1706377" y="1472963"/>
                </a:lnTo>
                <a:lnTo>
                  <a:pt x="1708749" y="1484889"/>
                </a:lnTo>
                <a:lnTo>
                  <a:pt x="1708749" y="1572852"/>
                </a:lnTo>
                <a:lnTo>
                  <a:pt x="1783317" y="1572852"/>
                </a:lnTo>
                <a:lnTo>
                  <a:pt x="1783317" y="1454412"/>
                </a:lnTo>
                <a:close/>
              </a:path>
              <a:path w="1900555" h="1727835">
                <a:moveTo>
                  <a:pt x="405731" y="1315502"/>
                </a:moveTo>
                <a:lnTo>
                  <a:pt x="194366" y="1315502"/>
                </a:lnTo>
                <a:lnTo>
                  <a:pt x="144495" y="1325653"/>
                </a:lnTo>
                <a:lnTo>
                  <a:pt x="103611" y="1353277"/>
                </a:lnTo>
                <a:lnTo>
                  <a:pt x="75964" y="1394128"/>
                </a:lnTo>
                <a:lnTo>
                  <a:pt x="65893" y="1443523"/>
                </a:lnTo>
                <a:lnTo>
                  <a:pt x="65805" y="1572416"/>
                </a:lnTo>
                <a:lnTo>
                  <a:pt x="152095" y="1572416"/>
                </a:lnTo>
                <a:lnTo>
                  <a:pt x="152095" y="1518856"/>
                </a:lnTo>
                <a:lnTo>
                  <a:pt x="154472" y="1506929"/>
                </a:lnTo>
                <a:lnTo>
                  <a:pt x="160974" y="1497247"/>
                </a:lnTo>
                <a:lnTo>
                  <a:pt x="170664" y="1490748"/>
                </a:lnTo>
                <a:lnTo>
                  <a:pt x="182603" y="1488373"/>
                </a:lnTo>
                <a:lnTo>
                  <a:pt x="534293" y="1488373"/>
                </a:lnTo>
                <a:lnTo>
                  <a:pt x="534204" y="1443523"/>
                </a:lnTo>
                <a:lnTo>
                  <a:pt x="524133" y="1394128"/>
                </a:lnTo>
                <a:lnTo>
                  <a:pt x="496487" y="1353277"/>
                </a:lnTo>
                <a:lnTo>
                  <a:pt x="455603" y="1325653"/>
                </a:lnTo>
                <a:lnTo>
                  <a:pt x="405731" y="1315502"/>
                </a:lnTo>
                <a:close/>
              </a:path>
              <a:path w="1900555" h="1727835">
                <a:moveTo>
                  <a:pt x="417059" y="1488373"/>
                </a:moveTo>
                <a:lnTo>
                  <a:pt x="182603" y="1488373"/>
                </a:lnTo>
                <a:lnTo>
                  <a:pt x="194538" y="1490748"/>
                </a:lnTo>
                <a:lnTo>
                  <a:pt x="204226" y="1497247"/>
                </a:lnTo>
                <a:lnTo>
                  <a:pt x="210728" y="1506929"/>
                </a:lnTo>
                <a:lnTo>
                  <a:pt x="213104" y="1518856"/>
                </a:lnTo>
                <a:lnTo>
                  <a:pt x="213104" y="1572416"/>
                </a:lnTo>
                <a:lnTo>
                  <a:pt x="386552" y="1572416"/>
                </a:lnTo>
                <a:lnTo>
                  <a:pt x="386552" y="1518856"/>
                </a:lnTo>
                <a:lnTo>
                  <a:pt x="388929" y="1506929"/>
                </a:lnTo>
                <a:lnTo>
                  <a:pt x="395433" y="1497247"/>
                </a:lnTo>
                <a:lnTo>
                  <a:pt x="405123" y="1490748"/>
                </a:lnTo>
                <a:lnTo>
                  <a:pt x="417059" y="1488373"/>
                </a:lnTo>
                <a:close/>
              </a:path>
              <a:path w="1900555" h="1727835">
                <a:moveTo>
                  <a:pt x="534293" y="1488373"/>
                </a:moveTo>
                <a:lnTo>
                  <a:pt x="417059" y="1488373"/>
                </a:lnTo>
                <a:lnTo>
                  <a:pt x="428998" y="1490748"/>
                </a:lnTo>
                <a:lnTo>
                  <a:pt x="438688" y="1497247"/>
                </a:lnTo>
                <a:lnTo>
                  <a:pt x="445190" y="1506929"/>
                </a:lnTo>
                <a:lnTo>
                  <a:pt x="447566" y="1518856"/>
                </a:lnTo>
                <a:lnTo>
                  <a:pt x="447566" y="1572416"/>
                </a:lnTo>
                <a:lnTo>
                  <a:pt x="534293" y="1572416"/>
                </a:lnTo>
                <a:lnTo>
                  <a:pt x="534293" y="1488373"/>
                </a:lnTo>
                <a:close/>
              </a:path>
              <a:path w="1900555" h="1727835">
                <a:moveTo>
                  <a:pt x="1082048" y="1504962"/>
                </a:moveTo>
                <a:lnTo>
                  <a:pt x="1067401" y="1506665"/>
                </a:lnTo>
                <a:lnTo>
                  <a:pt x="1055860" y="1515878"/>
                </a:lnTo>
                <a:lnTo>
                  <a:pt x="1051178" y="1531051"/>
                </a:lnTo>
                <a:lnTo>
                  <a:pt x="1055860" y="1546223"/>
                </a:lnTo>
                <a:lnTo>
                  <a:pt x="1067401" y="1555434"/>
                </a:lnTo>
                <a:lnTo>
                  <a:pt x="1082048" y="1557135"/>
                </a:lnTo>
                <a:lnTo>
                  <a:pt x="1096047" y="1549774"/>
                </a:lnTo>
                <a:lnTo>
                  <a:pt x="1101932" y="1540982"/>
                </a:lnTo>
                <a:lnTo>
                  <a:pt x="1103893" y="1531051"/>
                </a:lnTo>
                <a:lnTo>
                  <a:pt x="1101932" y="1521114"/>
                </a:lnTo>
                <a:lnTo>
                  <a:pt x="1096047" y="1512322"/>
                </a:lnTo>
                <a:lnTo>
                  <a:pt x="1082048" y="1504962"/>
                </a:lnTo>
                <a:close/>
              </a:path>
              <a:path w="1900555" h="1727835">
                <a:moveTo>
                  <a:pt x="322095" y="894392"/>
                </a:moveTo>
                <a:lnTo>
                  <a:pt x="277131" y="894392"/>
                </a:lnTo>
                <a:lnTo>
                  <a:pt x="233861" y="908190"/>
                </a:lnTo>
                <a:lnTo>
                  <a:pt x="195674" y="935786"/>
                </a:lnTo>
                <a:lnTo>
                  <a:pt x="168061" y="973947"/>
                </a:lnTo>
                <a:lnTo>
                  <a:pt x="154254" y="1017185"/>
                </a:lnTo>
                <a:lnTo>
                  <a:pt x="154254" y="1062114"/>
                </a:lnTo>
                <a:lnTo>
                  <a:pt x="168061" y="1105352"/>
                </a:lnTo>
                <a:lnTo>
                  <a:pt x="195674" y="1143513"/>
                </a:lnTo>
                <a:lnTo>
                  <a:pt x="233861" y="1171098"/>
                </a:lnTo>
                <a:lnTo>
                  <a:pt x="277131" y="1184891"/>
                </a:lnTo>
                <a:lnTo>
                  <a:pt x="322095" y="1184891"/>
                </a:lnTo>
                <a:lnTo>
                  <a:pt x="365365" y="1171098"/>
                </a:lnTo>
                <a:lnTo>
                  <a:pt x="403552" y="1143513"/>
                </a:lnTo>
                <a:lnTo>
                  <a:pt x="431165" y="1105352"/>
                </a:lnTo>
                <a:lnTo>
                  <a:pt x="444972" y="1062114"/>
                </a:lnTo>
                <a:lnTo>
                  <a:pt x="444972" y="1017185"/>
                </a:lnTo>
                <a:lnTo>
                  <a:pt x="431165" y="973948"/>
                </a:lnTo>
                <a:lnTo>
                  <a:pt x="403552" y="935786"/>
                </a:lnTo>
                <a:lnTo>
                  <a:pt x="365365" y="908190"/>
                </a:lnTo>
                <a:lnTo>
                  <a:pt x="322095" y="894392"/>
                </a:lnTo>
                <a:close/>
              </a:path>
              <a:path w="1900555" h="1727835">
                <a:moveTo>
                  <a:pt x="1556334" y="804328"/>
                </a:moveTo>
                <a:lnTo>
                  <a:pt x="1509944" y="804328"/>
                </a:lnTo>
                <a:lnTo>
                  <a:pt x="1465308" y="818530"/>
                </a:lnTo>
                <a:lnTo>
                  <a:pt x="1425937" y="846935"/>
                </a:lnTo>
                <a:lnTo>
                  <a:pt x="1397481" y="886280"/>
                </a:lnTo>
                <a:lnTo>
                  <a:pt x="1383253" y="930894"/>
                </a:lnTo>
                <a:lnTo>
                  <a:pt x="1383253" y="977264"/>
                </a:lnTo>
                <a:lnTo>
                  <a:pt x="1397481" y="1021878"/>
                </a:lnTo>
                <a:lnTo>
                  <a:pt x="1425937" y="1061224"/>
                </a:lnTo>
                <a:lnTo>
                  <a:pt x="1465308" y="1089628"/>
                </a:lnTo>
                <a:lnTo>
                  <a:pt x="1509944" y="1103831"/>
                </a:lnTo>
                <a:lnTo>
                  <a:pt x="1556334" y="1103831"/>
                </a:lnTo>
                <a:lnTo>
                  <a:pt x="1600970" y="1089628"/>
                </a:lnTo>
                <a:lnTo>
                  <a:pt x="1640342" y="1061224"/>
                </a:lnTo>
                <a:lnTo>
                  <a:pt x="1668797" y="1021878"/>
                </a:lnTo>
                <a:lnTo>
                  <a:pt x="1683025" y="977264"/>
                </a:lnTo>
                <a:lnTo>
                  <a:pt x="1683025" y="930894"/>
                </a:lnTo>
                <a:lnTo>
                  <a:pt x="1668797" y="886280"/>
                </a:lnTo>
                <a:lnTo>
                  <a:pt x="1640342" y="846935"/>
                </a:lnTo>
                <a:lnTo>
                  <a:pt x="1600970" y="818530"/>
                </a:lnTo>
                <a:lnTo>
                  <a:pt x="1556334" y="804328"/>
                </a:lnTo>
                <a:close/>
              </a:path>
              <a:path w="1900555" h="1727835">
                <a:moveTo>
                  <a:pt x="1376737" y="240496"/>
                </a:moveTo>
                <a:lnTo>
                  <a:pt x="1313474" y="274336"/>
                </a:lnTo>
                <a:lnTo>
                  <a:pt x="1298378" y="304364"/>
                </a:lnTo>
                <a:lnTo>
                  <a:pt x="1302199" y="315742"/>
                </a:lnTo>
                <a:lnTo>
                  <a:pt x="1310120" y="324918"/>
                </a:lnTo>
                <a:lnTo>
                  <a:pt x="1320579" y="330050"/>
                </a:lnTo>
                <a:lnTo>
                  <a:pt x="1332194" y="330858"/>
                </a:lnTo>
                <a:lnTo>
                  <a:pt x="1343580" y="327066"/>
                </a:lnTo>
                <a:lnTo>
                  <a:pt x="1395424" y="296984"/>
                </a:lnTo>
                <a:lnTo>
                  <a:pt x="1404616" y="289062"/>
                </a:lnTo>
                <a:lnTo>
                  <a:pt x="1409765" y="278597"/>
                </a:lnTo>
                <a:lnTo>
                  <a:pt x="1410577" y="266989"/>
                </a:lnTo>
                <a:lnTo>
                  <a:pt x="1406757" y="255637"/>
                </a:lnTo>
                <a:lnTo>
                  <a:pt x="1398828" y="246452"/>
                </a:lnTo>
                <a:lnTo>
                  <a:pt x="1388355" y="241307"/>
                </a:lnTo>
                <a:lnTo>
                  <a:pt x="1376737" y="240496"/>
                </a:lnTo>
                <a:close/>
              </a:path>
              <a:path w="1900555" h="1727835">
                <a:moveTo>
                  <a:pt x="1202329" y="58552"/>
                </a:moveTo>
                <a:lnTo>
                  <a:pt x="1142252" y="125437"/>
                </a:lnTo>
                <a:lnTo>
                  <a:pt x="1138490" y="136789"/>
                </a:lnTo>
                <a:lnTo>
                  <a:pt x="1139397" y="148398"/>
                </a:lnTo>
                <a:lnTo>
                  <a:pt x="1144565" y="158863"/>
                </a:lnTo>
                <a:lnTo>
                  <a:pt x="1153586" y="166785"/>
                </a:lnTo>
                <a:lnTo>
                  <a:pt x="1164939" y="170780"/>
                </a:lnTo>
                <a:lnTo>
                  <a:pt x="1176543" y="170001"/>
                </a:lnTo>
                <a:lnTo>
                  <a:pt x="1187014" y="164898"/>
                </a:lnTo>
                <a:lnTo>
                  <a:pt x="1194967" y="155925"/>
                </a:lnTo>
                <a:lnTo>
                  <a:pt x="1225015" y="104066"/>
                </a:lnTo>
                <a:lnTo>
                  <a:pt x="1228778" y="92454"/>
                </a:lnTo>
                <a:lnTo>
                  <a:pt x="1227871" y="80728"/>
                </a:lnTo>
                <a:lnTo>
                  <a:pt x="1222702" y="70232"/>
                </a:lnTo>
                <a:lnTo>
                  <a:pt x="1213682" y="62312"/>
                </a:lnTo>
                <a:lnTo>
                  <a:pt x="1202329" y="58552"/>
                </a:lnTo>
                <a:close/>
              </a:path>
              <a:path w="1900555" h="1727835">
                <a:moveTo>
                  <a:pt x="950049" y="0"/>
                </a:moveTo>
                <a:lnTo>
                  <a:pt x="938097" y="2379"/>
                </a:lnTo>
                <a:lnTo>
                  <a:pt x="928407" y="8885"/>
                </a:lnTo>
                <a:lnTo>
                  <a:pt x="921909" y="18570"/>
                </a:lnTo>
                <a:lnTo>
                  <a:pt x="919536" y="30488"/>
                </a:lnTo>
                <a:lnTo>
                  <a:pt x="919536" y="81882"/>
                </a:lnTo>
                <a:lnTo>
                  <a:pt x="921909" y="93800"/>
                </a:lnTo>
                <a:lnTo>
                  <a:pt x="928407" y="103485"/>
                </a:lnTo>
                <a:lnTo>
                  <a:pt x="938097" y="109991"/>
                </a:lnTo>
                <a:lnTo>
                  <a:pt x="950049" y="112371"/>
                </a:lnTo>
                <a:lnTo>
                  <a:pt x="961977" y="109991"/>
                </a:lnTo>
                <a:lnTo>
                  <a:pt x="971670" y="103485"/>
                </a:lnTo>
                <a:lnTo>
                  <a:pt x="978181" y="93800"/>
                </a:lnTo>
                <a:lnTo>
                  <a:pt x="980562" y="81882"/>
                </a:lnTo>
                <a:lnTo>
                  <a:pt x="980562" y="30488"/>
                </a:lnTo>
                <a:lnTo>
                  <a:pt x="978181" y="18570"/>
                </a:lnTo>
                <a:lnTo>
                  <a:pt x="971670" y="8885"/>
                </a:lnTo>
                <a:lnTo>
                  <a:pt x="961977" y="2379"/>
                </a:lnTo>
                <a:lnTo>
                  <a:pt x="950049" y="0"/>
                </a:lnTo>
                <a:close/>
              </a:path>
              <a:path w="1900555" h="1727835">
                <a:moveTo>
                  <a:pt x="698185" y="58495"/>
                </a:moveTo>
                <a:lnTo>
                  <a:pt x="686823" y="62312"/>
                </a:lnTo>
                <a:lnTo>
                  <a:pt x="677640" y="70226"/>
                </a:lnTo>
                <a:lnTo>
                  <a:pt x="672504" y="80677"/>
                </a:lnTo>
                <a:lnTo>
                  <a:pt x="671695" y="92283"/>
                </a:lnTo>
                <a:lnTo>
                  <a:pt x="675490" y="103660"/>
                </a:lnTo>
                <a:lnTo>
                  <a:pt x="705538" y="155461"/>
                </a:lnTo>
                <a:lnTo>
                  <a:pt x="713492" y="164645"/>
                </a:lnTo>
                <a:lnTo>
                  <a:pt x="723969" y="169790"/>
                </a:lnTo>
                <a:lnTo>
                  <a:pt x="735591" y="170601"/>
                </a:lnTo>
                <a:lnTo>
                  <a:pt x="746978" y="166785"/>
                </a:lnTo>
                <a:lnTo>
                  <a:pt x="756162" y="158862"/>
                </a:lnTo>
                <a:lnTo>
                  <a:pt x="761297" y="148398"/>
                </a:lnTo>
                <a:lnTo>
                  <a:pt x="762106" y="136789"/>
                </a:lnTo>
                <a:lnTo>
                  <a:pt x="758311" y="125437"/>
                </a:lnTo>
                <a:lnTo>
                  <a:pt x="728205" y="73636"/>
                </a:lnTo>
                <a:lnTo>
                  <a:pt x="720276" y="64451"/>
                </a:lnTo>
                <a:lnTo>
                  <a:pt x="709803" y="59306"/>
                </a:lnTo>
                <a:lnTo>
                  <a:pt x="698185" y="58495"/>
                </a:lnTo>
                <a:close/>
              </a:path>
              <a:path w="1900555" h="1727835">
                <a:moveTo>
                  <a:pt x="523356" y="240121"/>
                </a:moveTo>
                <a:lnTo>
                  <a:pt x="511738" y="241038"/>
                </a:lnTo>
                <a:lnTo>
                  <a:pt x="501265" y="246191"/>
                </a:lnTo>
                <a:lnTo>
                  <a:pt x="493324" y="255172"/>
                </a:lnTo>
                <a:lnTo>
                  <a:pt x="489581" y="266550"/>
                </a:lnTo>
                <a:lnTo>
                  <a:pt x="490493" y="278161"/>
                </a:lnTo>
                <a:lnTo>
                  <a:pt x="495654" y="288630"/>
                </a:lnTo>
                <a:lnTo>
                  <a:pt x="504658" y="296578"/>
                </a:lnTo>
                <a:lnTo>
                  <a:pt x="556518" y="326601"/>
                </a:lnTo>
                <a:lnTo>
                  <a:pt x="567890" y="330336"/>
                </a:lnTo>
                <a:lnTo>
                  <a:pt x="579506" y="329432"/>
                </a:lnTo>
                <a:lnTo>
                  <a:pt x="589974" y="324282"/>
                </a:lnTo>
                <a:lnTo>
                  <a:pt x="597900" y="315277"/>
                </a:lnTo>
                <a:lnTo>
                  <a:pt x="601662" y="303925"/>
                </a:lnTo>
                <a:lnTo>
                  <a:pt x="600755" y="292317"/>
                </a:lnTo>
                <a:lnTo>
                  <a:pt x="595587" y="281852"/>
                </a:lnTo>
                <a:lnTo>
                  <a:pt x="586566" y="273929"/>
                </a:lnTo>
                <a:lnTo>
                  <a:pt x="534729" y="243848"/>
                </a:lnTo>
                <a:lnTo>
                  <a:pt x="523356" y="240121"/>
                </a:lnTo>
                <a:close/>
              </a:path>
              <a:path w="1900555" h="1727835">
                <a:moveTo>
                  <a:pt x="512940" y="488160"/>
                </a:moveTo>
                <a:lnTo>
                  <a:pt x="453233" y="488160"/>
                </a:lnTo>
                <a:lnTo>
                  <a:pt x="422726" y="518649"/>
                </a:lnTo>
                <a:lnTo>
                  <a:pt x="425103" y="530566"/>
                </a:lnTo>
                <a:lnTo>
                  <a:pt x="431606" y="540252"/>
                </a:lnTo>
                <a:lnTo>
                  <a:pt x="441297" y="546758"/>
                </a:lnTo>
                <a:lnTo>
                  <a:pt x="453233" y="549137"/>
                </a:lnTo>
                <a:lnTo>
                  <a:pt x="512940" y="549137"/>
                </a:lnTo>
                <a:lnTo>
                  <a:pt x="524875" y="546758"/>
                </a:lnTo>
                <a:lnTo>
                  <a:pt x="534563" y="540252"/>
                </a:lnTo>
                <a:lnTo>
                  <a:pt x="541065" y="530566"/>
                </a:lnTo>
                <a:lnTo>
                  <a:pt x="543441" y="518649"/>
                </a:lnTo>
                <a:lnTo>
                  <a:pt x="541065" y="506706"/>
                </a:lnTo>
                <a:lnTo>
                  <a:pt x="534563" y="497024"/>
                </a:lnTo>
                <a:lnTo>
                  <a:pt x="524875" y="490531"/>
                </a:lnTo>
                <a:lnTo>
                  <a:pt x="512940" y="488160"/>
                </a:lnTo>
                <a:close/>
              </a:path>
              <a:path w="1900555" h="1727835">
                <a:moveTo>
                  <a:pt x="1446860" y="488160"/>
                </a:moveTo>
                <a:lnTo>
                  <a:pt x="1387171" y="488160"/>
                </a:lnTo>
                <a:lnTo>
                  <a:pt x="1356657" y="518649"/>
                </a:lnTo>
                <a:lnTo>
                  <a:pt x="1359030" y="530566"/>
                </a:lnTo>
                <a:lnTo>
                  <a:pt x="1365528" y="540252"/>
                </a:lnTo>
                <a:lnTo>
                  <a:pt x="1375219" y="546758"/>
                </a:lnTo>
                <a:lnTo>
                  <a:pt x="1387171" y="549137"/>
                </a:lnTo>
                <a:lnTo>
                  <a:pt x="1446860" y="549137"/>
                </a:lnTo>
                <a:lnTo>
                  <a:pt x="1458787" y="546758"/>
                </a:lnTo>
                <a:lnTo>
                  <a:pt x="1468481" y="540252"/>
                </a:lnTo>
                <a:lnTo>
                  <a:pt x="1474992" y="530566"/>
                </a:lnTo>
                <a:lnTo>
                  <a:pt x="1477373" y="518649"/>
                </a:lnTo>
                <a:lnTo>
                  <a:pt x="1474992" y="506707"/>
                </a:lnTo>
                <a:lnTo>
                  <a:pt x="1468481" y="497024"/>
                </a:lnTo>
                <a:lnTo>
                  <a:pt x="1458787" y="490531"/>
                </a:lnTo>
                <a:lnTo>
                  <a:pt x="1446860" y="488160"/>
                </a:lnTo>
                <a:close/>
              </a:path>
              <a:path w="1900555" h="1727835">
                <a:moveTo>
                  <a:pt x="1051585" y="1064244"/>
                </a:moveTo>
                <a:lnTo>
                  <a:pt x="848920" y="1064244"/>
                </a:lnTo>
                <a:lnTo>
                  <a:pt x="876971" y="1106156"/>
                </a:lnTo>
                <a:lnTo>
                  <a:pt x="905930" y="1134098"/>
                </a:lnTo>
                <a:lnTo>
                  <a:pt x="935433" y="1148069"/>
                </a:lnTo>
                <a:lnTo>
                  <a:pt x="965115" y="1148069"/>
                </a:lnTo>
                <a:lnTo>
                  <a:pt x="994611" y="1134098"/>
                </a:lnTo>
                <a:lnTo>
                  <a:pt x="1023556" y="1106156"/>
                </a:lnTo>
                <a:lnTo>
                  <a:pt x="1051585" y="1064244"/>
                </a:lnTo>
                <a:close/>
              </a:path>
              <a:path w="1900555" h="1727835">
                <a:moveTo>
                  <a:pt x="1103021" y="922720"/>
                </a:moveTo>
                <a:lnTo>
                  <a:pt x="797077" y="922720"/>
                </a:lnTo>
                <a:lnTo>
                  <a:pt x="774519" y="935305"/>
                </a:lnTo>
                <a:lnTo>
                  <a:pt x="767000" y="962993"/>
                </a:lnTo>
                <a:lnTo>
                  <a:pt x="774519" y="990681"/>
                </a:lnTo>
                <a:lnTo>
                  <a:pt x="797077" y="1003267"/>
                </a:lnTo>
                <a:lnTo>
                  <a:pt x="1103021" y="1003267"/>
                </a:lnTo>
                <a:lnTo>
                  <a:pt x="1125579" y="990682"/>
                </a:lnTo>
                <a:lnTo>
                  <a:pt x="1133099" y="962993"/>
                </a:lnTo>
                <a:lnTo>
                  <a:pt x="1125579" y="935305"/>
                </a:lnTo>
                <a:lnTo>
                  <a:pt x="1103021" y="922720"/>
                </a:lnTo>
                <a:close/>
              </a:path>
              <a:path w="1900555" h="1727835">
                <a:moveTo>
                  <a:pt x="950049" y="223812"/>
                </a:moveTo>
                <a:lnTo>
                  <a:pt x="903963" y="227542"/>
                </a:lnTo>
                <a:lnTo>
                  <a:pt x="860219" y="238336"/>
                </a:lnTo>
                <a:lnTo>
                  <a:pt x="819407" y="255605"/>
                </a:lnTo>
                <a:lnTo>
                  <a:pt x="782119" y="278758"/>
                </a:lnTo>
                <a:lnTo>
                  <a:pt x="748947" y="307205"/>
                </a:lnTo>
                <a:lnTo>
                  <a:pt x="720480" y="340356"/>
                </a:lnTo>
                <a:lnTo>
                  <a:pt x="697421" y="377442"/>
                </a:lnTo>
                <a:lnTo>
                  <a:pt x="680094" y="418254"/>
                </a:lnTo>
                <a:lnTo>
                  <a:pt x="669226" y="462131"/>
                </a:lnTo>
                <a:lnTo>
                  <a:pt x="665493" y="508195"/>
                </a:lnTo>
                <a:lnTo>
                  <a:pt x="669012" y="559495"/>
                </a:lnTo>
                <a:lnTo>
                  <a:pt x="678690" y="600820"/>
                </a:lnTo>
                <a:lnTo>
                  <a:pt x="711253" y="663192"/>
                </a:lnTo>
                <a:lnTo>
                  <a:pt x="752643" y="714607"/>
                </a:lnTo>
                <a:lnTo>
                  <a:pt x="773354" y="742235"/>
                </a:lnTo>
                <a:lnTo>
                  <a:pt x="792320" y="774359"/>
                </a:lnTo>
                <a:lnTo>
                  <a:pt x="808222" y="813391"/>
                </a:lnTo>
                <a:lnTo>
                  <a:pt x="819744" y="861743"/>
                </a:lnTo>
                <a:lnTo>
                  <a:pt x="1080355" y="861743"/>
                </a:lnTo>
                <a:lnTo>
                  <a:pt x="1086792" y="835204"/>
                </a:lnTo>
                <a:lnTo>
                  <a:pt x="902100" y="835204"/>
                </a:lnTo>
                <a:lnTo>
                  <a:pt x="890173" y="832833"/>
                </a:lnTo>
                <a:lnTo>
                  <a:pt x="880480" y="826341"/>
                </a:lnTo>
                <a:lnTo>
                  <a:pt x="873968" y="816658"/>
                </a:lnTo>
                <a:lnTo>
                  <a:pt x="871587" y="804716"/>
                </a:lnTo>
                <a:lnTo>
                  <a:pt x="871587" y="593969"/>
                </a:lnTo>
                <a:lnTo>
                  <a:pt x="812305" y="593969"/>
                </a:lnTo>
                <a:lnTo>
                  <a:pt x="771034" y="577144"/>
                </a:lnTo>
                <a:lnTo>
                  <a:pt x="744024" y="548145"/>
                </a:lnTo>
                <a:lnTo>
                  <a:pt x="732026" y="512442"/>
                </a:lnTo>
                <a:lnTo>
                  <a:pt x="735747" y="475917"/>
                </a:lnTo>
                <a:lnTo>
                  <a:pt x="735789" y="475505"/>
                </a:lnTo>
                <a:lnTo>
                  <a:pt x="756060" y="442803"/>
                </a:lnTo>
                <a:lnTo>
                  <a:pt x="793590" y="419808"/>
                </a:lnTo>
                <a:lnTo>
                  <a:pt x="840754" y="413713"/>
                </a:lnTo>
                <a:lnTo>
                  <a:pt x="1218148" y="413713"/>
                </a:lnTo>
                <a:lnTo>
                  <a:pt x="1202865" y="377621"/>
                </a:lnTo>
                <a:lnTo>
                  <a:pt x="1202789" y="377442"/>
                </a:lnTo>
                <a:lnTo>
                  <a:pt x="1179728" y="340356"/>
                </a:lnTo>
                <a:lnTo>
                  <a:pt x="1179619" y="340181"/>
                </a:lnTo>
                <a:lnTo>
                  <a:pt x="1151152" y="307053"/>
                </a:lnTo>
                <a:lnTo>
                  <a:pt x="1118116" y="278758"/>
                </a:lnTo>
                <a:lnTo>
                  <a:pt x="1080815" y="255605"/>
                </a:lnTo>
                <a:lnTo>
                  <a:pt x="1039972" y="238336"/>
                </a:lnTo>
                <a:lnTo>
                  <a:pt x="996180" y="227542"/>
                </a:lnTo>
                <a:lnTo>
                  <a:pt x="950049" y="223812"/>
                </a:lnTo>
                <a:close/>
              </a:path>
              <a:path w="1900555" h="1727835">
                <a:moveTo>
                  <a:pt x="1218148" y="413713"/>
                </a:moveTo>
                <a:lnTo>
                  <a:pt x="840754" y="413713"/>
                </a:lnTo>
                <a:lnTo>
                  <a:pt x="885863" y="426269"/>
                </a:lnTo>
                <a:lnTo>
                  <a:pt x="919693" y="456705"/>
                </a:lnTo>
                <a:lnTo>
                  <a:pt x="933020" y="504247"/>
                </a:lnTo>
                <a:lnTo>
                  <a:pt x="933020" y="804716"/>
                </a:lnTo>
                <a:lnTo>
                  <a:pt x="932613" y="804716"/>
                </a:lnTo>
                <a:lnTo>
                  <a:pt x="930240" y="816658"/>
                </a:lnTo>
                <a:lnTo>
                  <a:pt x="923743" y="826341"/>
                </a:lnTo>
                <a:lnTo>
                  <a:pt x="914052" y="832833"/>
                </a:lnTo>
                <a:lnTo>
                  <a:pt x="902100" y="835204"/>
                </a:lnTo>
                <a:lnTo>
                  <a:pt x="997998" y="835204"/>
                </a:lnTo>
                <a:lnTo>
                  <a:pt x="967485" y="804716"/>
                </a:lnTo>
                <a:lnTo>
                  <a:pt x="967485" y="504247"/>
                </a:lnTo>
                <a:lnTo>
                  <a:pt x="974390" y="468388"/>
                </a:lnTo>
                <a:lnTo>
                  <a:pt x="992893" y="441493"/>
                </a:lnTo>
                <a:lnTo>
                  <a:pt x="1019681" y="423564"/>
                </a:lnTo>
                <a:lnTo>
                  <a:pt x="1051441" y="414599"/>
                </a:lnTo>
                <a:lnTo>
                  <a:pt x="1218523" y="414599"/>
                </a:lnTo>
                <a:lnTo>
                  <a:pt x="1218148" y="413713"/>
                </a:lnTo>
                <a:close/>
              </a:path>
              <a:path w="1900555" h="1727835">
                <a:moveTo>
                  <a:pt x="1068149" y="474223"/>
                </a:moveTo>
                <a:lnTo>
                  <a:pt x="1054061" y="475917"/>
                </a:lnTo>
                <a:lnTo>
                  <a:pt x="1041312" y="481242"/>
                </a:lnTo>
                <a:lnTo>
                  <a:pt x="1032073" y="490564"/>
                </a:lnTo>
                <a:lnTo>
                  <a:pt x="1028511" y="504247"/>
                </a:lnTo>
                <a:lnTo>
                  <a:pt x="1028511" y="804716"/>
                </a:lnTo>
                <a:lnTo>
                  <a:pt x="1026130" y="816658"/>
                </a:lnTo>
                <a:lnTo>
                  <a:pt x="1019619" y="826341"/>
                </a:lnTo>
                <a:lnTo>
                  <a:pt x="1009926" y="832833"/>
                </a:lnTo>
                <a:lnTo>
                  <a:pt x="997998" y="835204"/>
                </a:lnTo>
                <a:lnTo>
                  <a:pt x="1086792" y="835204"/>
                </a:lnTo>
                <a:lnTo>
                  <a:pt x="1107935" y="775112"/>
                </a:lnTo>
                <a:lnTo>
                  <a:pt x="1147632" y="715611"/>
                </a:lnTo>
                <a:lnTo>
                  <a:pt x="1168748" y="690044"/>
                </a:lnTo>
                <a:lnTo>
                  <a:pt x="1188963" y="664071"/>
                </a:lnTo>
                <a:lnTo>
                  <a:pt x="1206966" y="635296"/>
                </a:lnTo>
                <a:lnTo>
                  <a:pt x="1221448" y="601322"/>
                </a:lnTo>
                <a:lnTo>
                  <a:pt x="1223155" y="593969"/>
                </a:lnTo>
                <a:lnTo>
                  <a:pt x="1089073" y="593969"/>
                </a:lnTo>
                <a:lnTo>
                  <a:pt x="1076933" y="593760"/>
                </a:lnTo>
                <a:lnTo>
                  <a:pt x="1066144" y="589113"/>
                </a:lnTo>
                <a:lnTo>
                  <a:pt x="1057884" y="580797"/>
                </a:lnTo>
                <a:lnTo>
                  <a:pt x="1053329" y="569579"/>
                </a:lnTo>
                <a:lnTo>
                  <a:pt x="1053439" y="562980"/>
                </a:lnTo>
                <a:lnTo>
                  <a:pt x="1053530" y="557513"/>
                </a:lnTo>
                <a:lnTo>
                  <a:pt x="1058041" y="546879"/>
                </a:lnTo>
                <a:lnTo>
                  <a:pt x="1058131" y="546669"/>
                </a:lnTo>
                <a:lnTo>
                  <a:pt x="1066316" y="538415"/>
                </a:lnTo>
                <a:lnTo>
                  <a:pt x="1077274" y="533864"/>
                </a:lnTo>
                <a:lnTo>
                  <a:pt x="1101112" y="521066"/>
                </a:lnTo>
                <a:lnTo>
                  <a:pt x="1107693" y="500951"/>
                </a:lnTo>
                <a:lnTo>
                  <a:pt x="1096783" y="482382"/>
                </a:lnTo>
                <a:lnTo>
                  <a:pt x="1068149" y="474223"/>
                </a:lnTo>
                <a:close/>
              </a:path>
              <a:path w="1900555" h="1727835">
                <a:moveTo>
                  <a:pt x="832055" y="474223"/>
                </a:moveTo>
                <a:lnTo>
                  <a:pt x="831844" y="474223"/>
                </a:lnTo>
                <a:lnTo>
                  <a:pt x="804698" y="481707"/>
                </a:lnTo>
                <a:lnTo>
                  <a:pt x="792311" y="504246"/>
                </a:lnTo>
                <a:lnTo>
                  <a:pt x="794936" y="515129"/>
                </a:lnTo>
                <a:lnTo>
                  <a:pt x="801887" y="524013"/>
                </a:lnTo>
                <a:lnTo>
                  <a:pt x="811780" y="530534"/>
                </a:lnTo>
                <a:lnTo>
                  <a:pt x="823231" y="534328"/>
                </a:lnTo>
                <a:lnTo>
                  <a:pt x="834458" y="538783"/>
                </a:lnTo>
                <a:lnTo>
                  <a:pt x="842781" y="546879"/>
                </a:lnTo>
                <a:lnTo>
                  <a:pt x="847432" y="557513"/>
                </a:lnTo>
                <a:lnTo>
                  <a:pt x="847527" y="562980"/>
                </a:lnTo>
                <a:lnTo>
                  <a:pt x="847642" y="569579"/>
                </a:lnTo>
                <a:lnTo>
                  <a:pt x="843150" y="580797"/>
                </a:lnTo>
                <a:lnTo>
                  <a:pt x="835030" y="589113"/>
                </a:lnTo>
                <a:lnTo>
                  <a:pt x="824381" y="593760"/>
                </a:lnTo>
                <a:lnTo>
                  <a:pt x="812305" y="593969"/>
                </a:lnTo>
                <a:lnTo>
                  <a:pt x="871587" y="593969"/>
                </a:lnTo>
                <a:lnTo>
                  <a:pt x="871587" y="504247"/>
                </a:lnTo>
                <a:lnTo>
                  <a:pt x="859200" y="481707"/>
                </a:lnTo>
                <a:lnTo>
                  <a:pt x="832055" y="474223"/>
                </a:lnTo>
                <a:close/>
              </a:path>
              <a:path w="1900555" h="1727835">
                <a:moveTo>
                  <a:pt x="1218523" y="414599"/>
                </a:moveTo>
                <a:lnTo>
                  <a:pt x="1084858" y="414599"/>
                </a:lnTo>
                <a:lnTo>
                  <a:pt x="1116617" y="423564"/>
                </a:lnTo>
                <a:lnTo>
                  <a:pt x="1143406" y="441493"/>
                </a:lnTo>
                <a:lnTo>
                  <a:pt x="1161909" y="468388"/>
                </a:lnTo>
                <a:lnTo>
                  <a:pt x="1168813" y="504247"/>
                </a:lnTo>
                <a:lnTo>
                  <a:pt x="1162541" y="536208"/>
                </a:lnTo>
                <a:lnTo>
                  <a:pt x="1145442" y="562980"/>
                </a:lnTo>
                <a:lnTo>
                  <a:pt x="1120093" y="582816"/>
                </a:lnTo>
                <a:lnTo>
                  <a:pt x="1089073" y="593969"/>
                </a:lnTo>
                <a:lnTo>
                  <a:pt x="1223155" y="593969"/>
                </a:lnTo>
                <a:lnTo>
                  <a:pt x="1231098" y="559754"/>
                </a:lnTo>
                <a:lnTo>
                  <a:pt x="1234605" y="508196"/>
                </a:lnTo>
                <a:lnTo>
                  <a:pt x="1230881" y="462131"/>
                </a:lnTo>
                <a:lnTo>
                  <a:pt x="1229559" y="456705"/>
                </a:lnTo>
                <a:lnTo>
                  <a:pt x="1220109" y="418410"/>
                </a:lnTo>
                <a:lnTo>
                  <a:pt x="1220071" y="418254"/>
                </a:lnTo>
                <a:lnTo>
                  <a:pt x="1218523" y="414599"/>
                </a:lnTo>
                <a:close/>
              </a:path>
            </a:pathLst>
          </a:custGeom>
          <a:solidFill>
            <a:srgbClr val="000000"/>
          </a:solidFill>
          <a:ln w="0">
            <a:noFill/>
          </a:ln>
        </p:spPr>
        <p:style>
          <a:lnRef idx="0"/>
          <a:fillRef idx="0"/>
          <a:effectRef idx="0"/>
          <a:fontRef idx="minor"/>
        </p:style>
        <p:txBody>
          <a:bodyPr lIns="0" tIns="0" rIns="0" bIns="0" anchor="t">
            <a:noAutofit/>
          </a:bodyPr>
          <a:p>
            <a:endParaRPr lang="en-IN" sz="1800" b="0" u="none" strike="noStrike">
              <a:solidFill>
                <a:srgbClr val="FFFFFF"/>
              </a:solidFill>
              <a:effectLst/>
              <a:uFillTx/>
              <a:latin typeface="Arial"/>
            </a:endParaRPr>
          </a:p>
        </p:txBody>
      </p:sp>
      <p:sp>
        <p:nvSpPr>
          <p:cNvPr id="53" name="TextBox 4"/>
          <p:cNvSpPr/>
          <p:nvPr/>
        </p:nvSpPr>
        <p:spPr>
          <a:xfrm>
            <a:off x="2547720" y="3162240"/>
            <a:ext cx="15315840" cy="243108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n-IN" sz="3000" b="1" u="none" strike="noStrike">
                <a:solidFill>
                  <a:srgbClr val="000000"/>
                </a:solidFill>
                <a:effectLst/>
                <a:uFillTx/>
                <a:latin typeface="Arial"/>
              </a:rPr>
              <a:t>The rapid growth of digital payments has increased the risk of credit card fraud, causing financial losses for banks, payment providers, and customers. Existing fraud detection approaches face challenges in identifying evolving fraud patterns while handling large transaction volumes and minimizing false alerts.</a:t>
            </a:r>
            <a:endParaRPr lang="en-IN" sz="3000" b="0" u="none" strike="noStrike">
              <a:solidFill>
                <a:srgbClr val="000000"/>
              </a:solidFill>
              <a:effectLst/>
              <a:uFillTx/>
              <a:latin typeface="Arial"/>
            </a:endParaRPr>
          </a:p>
          <a:p>
            <a:pPr>
              <a:lnSpc>
                <a:spcPct val="100000"/>
              </a:lnSpc>
            </a:pPr>
            <a:endParaRPr lang="en-IN" sz="3200" b="0" u="none" strike="noStrike">
              <a:solidFill>
                <a:srgbClr val="000000"/>
              </a:solidFill>
              <a:effectLst/>
              <a:uFillTx/>
              <a:latin typeface="Arial"/>
            </a:endParaRPr>
          </a:p>
        </p:txBody>
      </p:sp>
      <p:sp>
        <p:nvSpPr>
          <p:cNvPr id="54" name="TextBox 6"/>
          <p:cNvSpPr/>
          <p:nvPr/>
        </p:nvSpPr>
        <p:spPr>
          <a:xfrm>
            <a:off x="838080" y="5716800"/>
            <a:ext cx="17258760" cy="41922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IN" sz="3200" b="1" i="1" u="none" strike="noStrike">
                <a:solidFill>
                  <a:srgbClr val="000000"/>
                </a:solidFill>
                <a:effectLst/>
                <a:uFillTx/>
                <a:latin typeface="Arial"/>
              </a:rPr>
              <a:t>Key Challenges :</a:t>
            </a:r>
            <a:endParaRPr lang="en-IN" sz="3200" b="0" u="none" strike="noStrike">
              <a:solidFill>
                <a:srgbClr val="000000"/>
              </a:solidFill>
              <a:effectLst/>
              <a:uFillTx/>
              <a:latin typeface="Arial"/>
            </a:endParaRPr>
          </a:p>
          <a:p>
            <a:pPr>
              <a:lnSpc>
                <a:spcPct val="100000"/>
              </a:lnSpc>
            </a:pPr>
            <a:endParaRPr lang="en-IN" sz="1500" b="0" u="none" strike="noStrike">
              <a:solidFill>
                <a:srgbClr val="000000"/>
              </a:solidFill>
              <a:effectLst/>
              <a:uFillTx/>
              <a:latin typeface="Arial"/>
            </a:endParaRPr>
          </a:p>
          <a:p>
            <a:pPr marL="457200" indent="-457200">
              <a:lnSpc>
                <a:spcPct val="150000"/>
              </a:lnSpc>
              <a:buClr>
                <a:srgbClr val="000000"/>
              </a:buClr>
              <a:buFont typeface="Wingdings" charset="2"/>
              <a:buChar char=""/>
            </a:pPr>
            <a:r>
              <a:rPr lang="en-IN" sz="3000" b="1" u="none" strike="noStrike">
                <a:solidFill>
                  <a:srgbClr val="000000"/>
                </a:solidFill>
                <a:effectLst/>
                <a:uFillTx/>
                <a:latin typeface="Arial"/>
              </a:rPr>
              <a:t>Imbalanced Data</a:t>
            </a:r>
            <a:r>
              <a:rPr lang="en-IN" sz="3000" b="0" u="none" strike="noStrike">
                <a:solidFill>
                  <a:srgbClr val="000000"/>
                </a:solidFill>
                <a:effectLst/>
                <a:uFillTx/>
                <a:latin typeface="Arial"/>
              </a:rPr>
              <a:t> – Fraudulent transactions are extremely rare compared to legitimate ones. </a:t>
            </a:r>
            <a:endParaRPr lang="en-IN" sz="3000" b="0" u="none" strike="noStrike">
              <a:solidFill>
                <a:srgbClr val="000000"/>
              </a:solidFill>
              <a:effectLst/>
              <a:uFillTx/>
              <a:latin typeface="Arial"/>
            </a:endParaRPr>
          </a:p>
          <a:p>
            <a:pPr marL="457200" indent="-457200">
              <a:lnSpc>
                <a:spcPct val="150000"/>
              </a:lnSpc>
              <a:buClr>
                <a:srgbClr val="000000"/>
              </a:buClr>
              <a:buFont typeface="Wingdings" charset="2"/>
              <a:buChar char=""/>
            </a:pPr>
            <a:r>
              <a:rPr lang="en-IN" sz="3000" b="1" u="none" strike="noStrike">
                <a:solidFill>
                  <a:srgbClr val="000000"/>
                </a:solidFill>
                <a:effectLst/>
                <a:uFillTx/>
                <a:latin typeface="Arial"/>
              </a:rPr>
              <a:t>Evolving Fraud Patterns</a:t>
            </a:r>
            <a:r>
              <a:rPr lang="en-IN" sz="3000" b="0" u="none" strike="noStrike">
                <a:solidFill>
                  <a:srgbClr val="000000"/>
                </a:solidFill>
                <a:effectLst/>
                <a:uFillTx/>
                <a:latin typeface="Arial"/>
              </a:rPr>
              <a:t> – Fraudsters continuously change their techniques. </a:t>
            </a:r>
            <a:endParaRPr lang="en-IN" sz="3000" b="0" u="none" strike="noStrike">
              <a:solidFill>
                <a:srgbClr val="000000"/>
              </a:solidFill>
              <a:effectLst/>
              <a:uFillTx/>
              <a:latin typeface="Arial"/>
            </a:endParaRPr>
          </a:p>
          <a:p>
            <a:pPr marL="457200" indent="-457200">
              <a:lnSpc>
                <a:spcPct val="150000"/>
              </a:lnSpc>
              <a:buClr>
                <a:srgbClr val="000000"/>
              </a:buClr>
              <a:buFont typeface="Wingdings" charset="2"/>
              <a:buChar char=""/>
            </a:pPr>
            <a:r>
              <a:rPr lang="en-IN" sz="3000" b="1" u="none" strike="noStrike">
                <a:solidFill>
                  <a:srgbClr val="000000"/>
                </a:solidFill>
                <a:effectLst/>
                <a:uFillTx/>
                <a:latin typeface="Arial"/>
              </a:rPr>
              <a:t>False Alerts</a:t>
            </a:r>
            <a:r>
              <a:rPr lang="en-IN" sz="3000" b="0" u="none" strike="noStrike">
                <a:solidFill>
                  <a:srgbClr val="000000"/>
                </a:solidFill>
                <a:effectLst/>
                <a:uFillTx/>
                <a:latin typeface="Arial"/>
              </a:rPr>
              <a:t> – Genuine transactions may be incorrectly classified as fraudulent. </a:t>
            </a:r>
            <a:endParaRPr lang="en-IN" sz="3000" b="0" u="none" strike="noStrike">
              <a:solidFill>
                <a:srgbClr val="000000"/>
              </a:solidFill>
              <a:effectLst/>
              <a:uFillTx/>
              <a:latin typeface="Arial"/>
            </a:endParaRPr>
          </a:p>
          <a:p>
            <a:pPr marL="457200" indent="-457200">
              <a:lnSpc>
                <a:spcPct val="150000"/>
              </a:lnSpc>
              <a:buClr>
                <a:srgbClr val="000000"/>
              </a:buClr>
              <a:buFont typeface="Wingdings" charset="2"/>
              <a:buChar char=""/>
            </a:pPr>
            <a:r>
              <a:rPr lang="en-IN" sz="3000" b="1" u="none" strike="noStrike">
                <a:solidFill>
                  <a:srgbClr val="000000"/>
                </a:solidFill>
                <a:effectLst/>
                <a:uFillTx/>
                <a:latin typeface="Arial"/>
              </a:rPr>
              <a:t>Large-Scale &amp; Fast Detection</a:t>
            </a:r>
            <a:r>
              <a:rPr lang="en-IN" sz="3000" b="0" u="none" strike="noStrike">
                <a:solidFill>
                  <a:srgbClr val="000000"/>
                </a:solidFill>
                <a:effectLst/>
                <a:uFillTx/>
                <a:latin typeface="Arial"/>
              </a:rPr>
              <a:t> – Huge transaction volumes require efficient and quick fraud detection.</a:t>
            </a:r>
            <a:endParaRPr lang="en-IN"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2550960" y="550800"/>
            <a:ext cx="13186080" cy="1431720"/>
          </a:xfrm>
          <a:prstGeom prst="rect">
            <a:avLst/>
          </a:prstGeom>
          <a:noFill/>
          <a:ln w="0">
            <a:noFill/>
          </a:ln>
        </p:spPr>
        <p:txBody>
          <a:bodyPr lIns="0" tIns="412200" rIns="0" bIns="0" anchor="t">
            <a:spAutoFit/>
          </a:bodyPr>
          <a:p>
            <a:pPr marL="2399040" indent="0" algn="l">
              <a:lnSpc>
                <a:spcPct val="100000"/>
              </a:lnSpc>
              <a:spcBef>
                <a:spcPts val="105"/>
              </a:spcBef>
              <a:buNone/>
            </a:pPr>
            <a:r>
              <a:rPr lang="en-IN" sz="6600" b="0" u="none" spc="-320" strike="noStrike">
                <a:solidFill>
                  <a:schemeClr val="lt1"/>
                </a:solidFill>
                <a:effectLst/>
                <a:uFillTx/>
                <a:latin typeface="Arial Black"/>
              </a:rPr>
              <a:t>Project</a:t>
            </a:r>
            <a:r>
              <a:rPr lang="en-IN" sz="6600" b="0" u="none" spc="-856" strike="noStrike">
                <a:solidFill>
                  <a:schemeClr val="lt1"/>
                </a:solidFill>
                <a:effectLst/>
                <a:uFillTx/>
                <a:latin typeface="Arial Black"/>
              </a:rPr>
              <a:t> </a:t>
            </a:r>
            <a:r>
              <a:rPr lang="en-IN" sz="6600" b="0" u="none" spc="-224" strike="noStrike">
                <a:solidFill>
                  <a:schemeClr val="lt1"/>
                </a:solidFill>
                <a:effectLst/>
                <a:uFillTx/>
                <a:latin typeface="Arial Black"/>
              </a:rPr>
              <a:t>Objectives</a:t>
            </a:r>
            <a:endParaRPr lang="en-IN" sz="6600" b="0" u="none" strike="noStrike">
              <a:solidFill>
                <a:srgbClr val="000000"/>
              </a:solidFill>
              <a:effectLst/>
              <a:uFillTx/>
              <a:latin typeface="Calibri"/>
            </a:endParaRPr>
          </a:p>
        </p:txBody>
      </p:sp>
      <p:sp>
        <p:nvSpPr>
          <p:cNvPr id="56" name="object 3"/>
          <p:cNvSpPr/>
          <p:nvPr/>
        </p:nvSpPr>
        <p:spPr>
          <a:xfrm>
            <a:off x="735480" y="3338280"/>
            <a:ext cx="1806120" cy="1802880"/>
          </a:xfrm>
          <a:custGeom>
            <a:avLst/>
            <a:gdLst>
              <a:gd name="textAreaLeft" fmla="*/ 0 w 1806120"/>
              <a:gd name="textAreaRight" fmla="*/ 1806480 w 1806120"/>
              <a:gd name="textAreaTop" fmla="*/ 0 h 1802880"/>
              <a:gd name="textAreaBottom" fmla="*/ 1803240 h 1802880"/>
            </a:gdLst>
            <a:ahLst/>
            <a:cxnLst/>
            <a:rect l="textAreaLeft" t="textAreaTop" r="textAreaRight" b="textAreaBottom"/>
            <a:pathLst>
              <a:path w="1806575" h="1803400">
                <a:moveTo>
                  <a:pt x="301717" y="114299"/>
                </a:moveTo>
                <a:lnTo>
                  <a:pt x="220763" y="114299"/>
                </a:lnTo>
                <a:lnTo>
                  <a:pt x="181432" y="126999"/>
                </a:lnTo>
                <a:lnTo>
                  <a:pt x="146655" y="152399"/>
                </a:lnTo>
                <a:lnTo>
                  <a:pt x="121079" y="190499"/>
                </a:lnTo>
                <a:lnTo>
                  <a:pt x="107700" y="228599"/>
                </a:lnTo>
                <a:lnTo>
                  <a:pt x="106396" y="266699"/>
                </a:lnTo>
                <a:lnTo>
                  <a:pt x="117043" y="304799"/>
                </a:lnTo>
                <a:lnTo>
                  <a:pt x="139519" y="342899"/>
                </a:lnTo>
                <a:lnTo>
                  <a:pt x="56513" y="368299"/>
                </a:lnTo>
                <a:lnTo>
                  <a:pt x="20292" y="393699"/>
                </a:lnTo>
                <a:lnTo>
                  <a:pt x="1961" y="431799"/>
                </a:lnTo>
                <a:lnTo>
                  <a:pt x="3235" y="482599"/>
                </a:lnTo>
                <a:lnTo>
                  <a:pt x="25830" y="520699"/>
                </a:lnTo>
                <a:lnTo>
                  <a:pt x="68742" y="558799"/>
                </a:lnTo>
                <a:lnTo>
                  <a:pt x="50578" y="609599"/>
                </a:lnTo>
                <a:lnTo>
                  <a:pt x="35175" y="660399"/>
                </a:lnTo>
                <a:lnTo>
                  <a:pt x="22545" y="711199"/>
                </a:lnTo>
                <a:lnTo>
                  <a:pt x="12700" y="749299"/>
                </a:lnTo>
                <a:lnTo>
                  <a:pt x="5652" y="800099"/>
                </a:lnTo>
                <a:lnTo>
                  <a:pt x="1415" y="850899"/>
                </a:lnTo>
                <a:lnTo>
                  <a:pt x="0" y="901699"/>
                </a:lnTo>
                <a:lnTo>
                  <a:pt x="1250" y="952499"/>
                </a:lnTo>
                <a:lnTo>
                  <a:pt x="4961" y="1003299"/>
                </a:lnTo>
                <a:lnTo>
                  <a:pt x="11069" y="1054099"/>
                </a:lnTo>
                <a:lnTo>
                  <a:pt x="19513" y="1092199"/>
                </a:lnTo>
                <a:lnTo>
                  <a:pt x="30230" y="1142999"/>
                </a:lnTo>
                <a:lnTo>
                  <a:pt x="43158" y="1181099"/>
                </a:lnTo>
                <a:lnTo>
                  <a:pt x="58235" y="1231899"/>
                </a:lnTo>
                <a:lnTo>
                  <a:pt x="75398" y="1269999"/>
                </a:lnTo>
                <a:lnTo>
                  <a:pt x="94587" y="1308099"/>
                </a:lnTo>
                <a:lnTo>
                  <a:pt x="115737" y="1346199"/>
                </a:lnTo>
                <a:lnTo>
                  <a:pt x="138788" y="1384299"/>
                </a:lnTo>
                <a:lnTo>
                  <a:pt x="163676" y="1422400"/>
                </a:lnTo>
                <a:lnTo>
                  <a:pt x="190341" y="1460500"/>
                </a:lnTo>
                <a:lnTo>
                  <a:pt x="218719" y="1498600"/>
                </a:lnTo>
                <a:lnTo>
                  <a:pt x="248748" y="1524000"/>
                </a:lnTo>
                <a:lnTo>
                  <a:pt x="280367" y="1562100"/>
                </a:lnTo>
                <a:lnTo>
                  <a:pt x="313512" y="1587500"/>
                </a:lnTo>
                <a:lnTo>
                  <a:pt x="348123" y="1625600"/>
                </a:lnTo>
                <a:lnTo>
                  <a:pt x="384136" y="1651000"/>
                </a:lnTo>
                <a:lnTo>
                  <a:pt x="421489" y="1676400"/>
                </a:lnTo>
                <a:lnTo>
                  <a:pt x="460120" y="1689100"/>
                </a:lnTo>
                <a:lnTo>
                  <a:pt x="499968" y="1714500"/>
                </a:lnTo>
                <a:lnTo>
                  <a:pt x="540970" y="1739900"/>
                </a:lnTo>
                <a:lnTo>
                  <a:pt x="626185" y="1765300"/>
                </a:lnTo>
                <a:lnTo>
                  <a:pt x="761108" y="1803400"/>
                </a:lnTo>
                <a:lnTo>
                  <a:pt x="1045014" y="1803400"/>
                </a:lnTo>
                <a:lnTo>
                  <a:pt x="1179940" y="1765300"/>
                </a:lnTo>
                <a:lnTo>
                  <a:pt x="1223062" y="1752600"/>
                </a:lnTo>
                <a:lnTo>
                  <a:pt x="807435" y="1752600"/>
                </a:lnTo>
                <a:lnTo>
                  <a:pt x="760740" y="1739900"/>
                </a:lnTo>
                <a:lnTo>
                  <a:pt x="714885" y="1739900"/>
                </a:lnTo>
                <a:lnTo>
                  <a:pt x="625986" y="1714500"/>
                </a:lnTo>
                <a:lnTo>
                  <a:pt x="583087" y="1689100"/>
                </a:lnTo>
                <a:lnTo>
                  <a:pt x="541317" y="1676400"/>
                </a:lnTo>
                <a:lnTo>
                  <a:pt x="500748" y="1651000"/>
                </a:lnTo>
                <a:lnTo>
                  <a:pt x="461454" y="1638300"/>
                </a:lnTo>
                <a:lnTo>
                  <a:pt x="423507" y="1612900"/>
                </a:lnTo>
                <a:lnTo>
                  <a:pt x="386978" y="1587500"/>
                </a:lnTo>
                <a:lnTo>
                  <a:pt x="351941" y="1549400"/>
                </a:lnTo>
                <a:lnTo>
                  <a:pt x="318467" y="1524000"/>
                </a:lnTo>
                <a:lnTo>
                  <a:pt x="286628" y="1485900"/>
                </a:lnTo>
                <a:lnTo>
                  <a:pt x="256497" y="1460500"/>
                </a:lnTo>
                <a:lnTo>
                  <a:pt x="228147" y="1422400"/>
                </a:lnTo>
                <a:lnTo>
                  <a:pt x="201649" y="1384300"/>
                </a:lnTo>
                <a:lnTo>
                  <a:pt x="177076" y="1346200"/>
                </a:lnTo>
                <a:lnTo>
                  <a:pt x="154501" y="1308099"/>
                </a:lnTo>
                <a:lnTo>
                  <a:pt x="133994" y="1269999"/>
                </a:lnTo>
                <a:lnTo>
                  <a:pt x="115630" y="1231899"/>
                </a:lnTo>
                <a:lnTo>
                  <a:pt x="99479" y="1181099"/>
                </a:lnTo>
                <a:lnTo>
                  <a:pt x="85615" y="1142999"/>
                </a:lnTo>
                <a:lnTo>
                  <a:pt x="74110" y="1092199"/>
                </a:lnTo>
                <a:lnTo>
                  <a:pt x="65035" y="1054099"/>
                </a:lnTo>
                <a:lnTo>
                  <a:pt x="58464" y="1003299"/>
                </a:lnTo>
                <a:lnTo>
                  <a:pt x="54468" y="952499"/>
                </a:lnTo>
                <a:lnTo>
                  <a:pt x="53120" y="901699"/>
                </a:lnTo>
                <a:lnTo>
                  <a:pt x="54706" y="850899"/>
                </a:lnTo>
                <a:lnTo>
                  <a:pt x="59453" y="800099"/>
                </a:lnTo>
                <a:lnTo>
                  <a:pt x="67346" y="749299"/>
                </a:lnTo>
                <a:lnTo>
                  <a:pt x="78368" y="698499"/>
                </a:lnTo>
                <a:lnTo>
                  <a:pt x="92505" y="647699"/>
                </a:lnTo>
                <a:lnTo>
                  <a:pt x="109740" y="596899"/>
                </a:lnTo>
                <a:lnTo>
                  <a:pt x="502198" y="596900"/>
                </a:lnTo>
                <a:lnTo>
                  <a:pt x="446823" y="546100"/>
                </a:lnTo>
                <a:lnTo>
                  <a:pt x="446667" y="546100"/>
                </a:lnTo>
                <a:lnTo>
                  <a:pt x="335629" y="444499"/>
                </a:lnTo>
                <a:lnTo>
                  <a:pt x="363124" y="419100"/>
                </a:lnTo>
                <a:lnTo>
                  <a:pt x="296280" y="419099"/>
                </a:lnTo>
                <a:lnTo>
                  <a:pt x="205444" y="330199"/>
                </a:lnTo>
                <a:lnTo>
                  <a:pt x="187227" y="317499"/>
                </a:lnTo>
                <a:lnTo>
                  <a:pt x="166173" y="279399"/>
                </a:lnTo>
                <a:lnTo>
                  <a:pt x="158610" y="253999"/>
                </a:lnTo>
                <a:lnTo>
                  <a:pt x="164603" y="215899"/>
                </a:lnTo>
                <a:lnTo>
                  <a:pt x="184217" y="190499"/>
                </a:lnTo>
                <a:lnTo>
                  <a:pt x="214160" y="165099"/>
                </a:lnTo>
                <a:lnTo>
                  <a:pt x="629557" y="165100"/>
                </a:lnTo>
                <a:lnTo>
                  <a:pt x="623754" y="152400"/>
                </a:lnTo>
                <a:lnTo>
                  <a:pt x="615006" y="139700"/>
                </a:lnTo>
                <a:lnTo>
                  <a:pt x="337656" y="139699"/>
                </a:lnTo>
                <a:lnTo>
                  <a:pt x="301717" y="114299"/>
                </a:lnTo>
                <a:close/>
              </a:path>
              <a:path w="1806575" h="1803400">
                <a:moveTo>
                  <a:pt x="1179904" y="50800"/>
                </a:moveTo>
                <a:lnTo>
                  <a:pt x="903057" y="50800"/>
                </a:lnTo>
                <a:lnTo>
                  <a:pt x="951211" y="63500"/>
                </a:lnTo>
                <a:lnTo>
                  <a:pt x="1045361" y="63500"/>
                </a:lnTo>
                <a:lnTo>
                  <a:pt x="1091213" y="76200"/>
                </a:lnTo>
                <a:lnTo>
                  <a:pt x="1223004" y="114300"/>
                </a:lnTo>
                <a:lnTo>
                  <a:pt x="1264772" y="139700"/>
                </a:lnTo>
                <a:lnTo>
                  <a:pt x="1305339" y="152400"/>
                </a:lnTo>
                <a:lnTo>
                  <a:pt x="1344632" y="177800"/>
                </a:lnTo>
                <a:lnTo>
                  <a:pt x="1382578" y="203200"/>
                </a:lnTo>
                <a:lnTo>
                  <a:pt x="1419106" y="228600"/>
                </a:lnTo>
                <a:lnTo>
                  <a:pt x="1454143" y="254000"/>
                </a:lnTo>
                <a:lnTo>
                  <a:pt x="1487618" y="292100"/>
                </a:lnTo>
                <a:lnTo>
                  <a:pt x="1519456" y="317500"/>
                </a:lnTo>
                <a:lnTo>
                  <a:pt x="1549587" y="355600"/>
                </a:lnTo>
                <a:lnTo>
                  <a:pt x="1577937" y="393700"/>
                </a:lnTo>
                <a:lnTo>
                  <a:pt x="1604436" y="431800"/>
                </a:lnTo>
                <a:lnTo>
                  <a:pt x="1629009" y="469900"/>
                </a:lnTo>
                <a:lnTo>
                  <a:pt x="1651585" y="508000"/>
                </a:lnTo>
                <a:lnTo>
                  <a:pt x="1672092" y="546100"/>
                </a:lnTo>
                <a:lnTo>
                  <a:pt x="1690457" y="584200"/>
                </a:lnTo>
                <a:lnTo>
                  <a:pt x="1706608" y="635000"/>
                </a:lnTo>
                <a:lnTo>
                  <a:pt x="1720473" y="673100"/>
                </a:lnTo>
                <a:lnTo>
                  <a:pt x="1731979" y="723900"/>
                </a:lnTo>
                <a:lnTo>
                  <a:pt x="1741054" y="762000"/>
                </a:lnTo>
                <a:lnTo>
                  <a:pt x="1747626" y="812800"/>
                </a:lnTo>
                <a:lnTo>
                  <a:pt x="1751622" y="863600"/>
                </a:lnTo>
                <a:lnTo>
                  <a:pt x="1752970" y="901700"/>
                </a:lnTo>
                <a:lnTo>
                  <a:pt x="1751622" y="952500"/>
                </a:lnTo>
                <a:lnTo>
                  <a:pt x="1747626" y="1003300"/>
                </a:lnTo>
                <a:lnTo>
                  <a:pt x="1741054" y="1054100"/>
                </a:lnTo>
                <a:lnTo>
                  <a:pt x="1731979" y="1092200"/>
                </a:lnTo>
                <a:lnTo>
                  <a:pt x="1720473" y="1143000"/>
                </a:lnTo>
                <a:lnTo>
                  <a:pt x="1706608" y="1181100"/>
                </a:lnTo>
                <a:lnTo>
                  <a:pt x="1690457" y="1231900"/>
                </a:lnTo>
                <a:lnTo>
                  <a:pt x="1672092" y="1270000"/>
                </a:lnTo>
                <a:lnTo>
                  <a:pt x="1651585" y="1308100"/>
                </a:lnTo>
                <a:lnTo>
                  <a:pt x="1629009" y="1346200"/>
                </a:lnTo>
                <a:lnTo>
                  <a:pt x="1604436" y="1384300"/>
                </a:lnTo>
                <a:lnTo>
                  <a:pt x="1577937" y="1422400"/>
                </a:lnTo>
                <a:lnTo>
                  <a:pt x="1549587" y="1460500"/>
                </a:lnTo>
                <a:lnTo>
                  <a:pt x="1519456" y="1485900"/>
                </a:lnTo>
                <a:lnTo>
                  <a:pt x="1487618" y="1524000"/>
                </a:lnTo>
                <a:lnTo>
                  <a:pt x="1454144" y="1549400"/>
                </a:lnTo>
                <a:lnTo>
                  <a:pt x="1419106" y="1587500"/>
                </a:lnTo>
                <a:lnTo>
                  <a:pt x="1382578" y="1612900"/>
                </a:lnTo>
                <a:lnTo>
                  <a:pt x="1344632" y="1638300"/>
                </a:lnTo>
                <a:lnTo>
                  <a:pt x="1305339" y="1651000"/>
                </a:lnTo>
                <a:lnTo>
                  <a:pt x="1264772" y="1676400"/>
                </a:lnTo>
                <a:lnTo>
                  <a:pt x="1223004" y="1689100"/>
                </a:lnTo>
                <a:lnTo>
                  <a:pt x="1180106" y="1714500"/>
                </a:lnTo>
                <a:lnTo>
                  <a:pt x="1091213" y="1739900"/>
                </a:lnTo>
                <a:lnTo>
                  <a:pt x="1045361" y="1739900"/>
                </a:lnTo>
                <a:lnTo>
                  <a:pt x="998670" y="1752600"/>
                </a:lnTo>
                <a:lnTo>
                  <a:pt x="1223062" y="1752600"/>
                </a:lnTo>
                <a:lnTo>
                  <a:pt x="1265155" y="1739900"/>
                </a:lnTo>
                <a:lnTo>
                  <a:pt x="1306156" y="1714500"/>
                </a:lnTo>
                <a:lnTo>
                  <a:pt x="1346002" y="1689100"/>
                </a:lnTo>
                <a:lnTo>
                  <a:pt x="1384633" y="1676400"/>
                </a:lnTo>
                <a:lnTo>
                  <a:pt x="1421984" y="1651000"/>
                </a:lnTo>
                <a:lnTo>
                  <a:pt x="1457996" y="1625600"/>
                </a:lnTo>
                <a:lnTo>
                  <a:pt x="1492604" y="1587500"/>
                </a:lnTo>
                <a:lnTo>
                  <a:pt x="1525747" y="1562100"/>
                </a:lnTo>
                <a:lnTo>
                  <a:pt x="1557363" y="1524000"/>
                </a:lnTo>
                <a:lnTo>
                  <a:pt x="1587390" y="1498600"/>
                </a:lnTo>
                <a:lnTo>
                  <a:pt x="1615766" y="1460500"/>
                </a:lnTo>
                <a:lnTo>
                  <a:pt x="1642427" y="1422400"/>
                </a:lnTo>
                <a:lnTo>
                  <a:pt x="1667313" y="1384300"/>
                </a:lnTo>
                <a:lnTo>
                  <a:pt x="1690362" y="1346200"/>
                </a:lnTo>
                <a:lnTo>
                  <a:pt x="1711510" y="1308100"/>
                </a:lnTo>
                <a:lnTo>
                  <a:pt x="1730696" y="1270000"/>
                </a:lnTo>
                <a:lnTo>
                  <a:pt x="1747857" y="1231900"/>
                </a:lnTo>
                <a:lnTo>
                  <a:pt x="1762932" y="1181100"/>
                </a:lnTo>
                <a:lnTo>
                  <a:pt x="1775858" y="1143000"/>
                </a:lnTo>
                <a:lnTo>
                  <a:pt x="1786574" y="1092200"/>
                </a:lnTo>
                <a:lnTo>
                  <a:pt x="1795016" y="1054100"/>
                </a:lnTo>
                <a:lnTo>
                  <a:pt x="1801123" y="1003300"/>
                </a:lnTo>
                <a:lnTo>
                  <a:pt x="1804833" y="952500"/>
                </a:lnTo>
                <a:lnTo>
                  <a:pt x="1806084" y="901700"/>
                </a:lnTo>
                <a:lnTo>
                  <a:pt x="1804833" y="863600"/>
                </a:lnTo>
                <a:lnTo>
                  <a:pt x="1801122" y="812800"/>
                </a:lnTo>
                <a:lnTo>
                  <a:pt x="1795014" y="762000"/>
                </a:lnTo>
                <a:lnTo>
                  <a:pt x="1786570" y="723900"/>
                </a:lnTo>
                <a:lnTo>
                  <a:pt x="1775852" y="673100"/>
                </a:lnTo>
                <a:lnTo>
                  <a:pt x="1762923" y="635000"/>
                </a:lnTo>
                <a:lnTo>
                  <a:pt x="1747846" y="584200"/>
                </a:lnTo>
                <a:lnTo>
                  <a:pt x="1730682" y="546100"/>
                </a:lnTo>
                <a:lnTo>
                  <a:pt x="1711493" y="508000"/>
                </a:lnTo>
                <a:lnTo>
                  <a:pt x="1690342" y="469900"/>
                </a:lnTo>
                <a:lnTo>
                  <a:pt x="1667290" y="419100"/>
                </a:lnTo>
                <a:lnTo>
                  <a:pt x="1642401" y="393700"/>
                </a:lnTo>
                <a:lnTo>
                  <a:pt x="1615737" y="355600"/>
                </a:lnTo>
                <a:lnTo>
                  <a:pt x="1587358" y="317500"/>
                </a:lnTo>
                <a:lnTo>
                  <a:pt x="1557329" y="279400"/>
                </a:lnTo>
                <a:lnTo>
                  <a:pt x="1525711" y="254000"/>
                </a:lnTo>
                <a:lnTo>
                  <a:pt x="1492565" y="228600"/>
                </a:lnTo>
                <a:lnTo>
                  <a:pt x="1457955" y="190500"/>
                </a:lnTo>
                <a:lnTo>
                  <a:pt x="1421943" y="165100"/>
                </a:lnTo>
                <a:lnTo>
                  <a:pt x="1384591" y="139700"/>
                </a:lnTo>
                <a:lnTo>
                  <a:pt x="1345960" y="114300"/>
                </a:lnTo>
                <a:lnTo>
                  <a:pt x="1306114" y="101600"/>
                </a:lnTo>
                <a:lnTo>
                  <a:pt x="1265115" y="76200"/>
                </a:lnTo>
                <a:lnTo>
                  <a:pt x="1179904" y="50800"/>
                </a:lnTo>
                <a:close/>
              </a:path>
              <a:path w="1806575" h="1803400">
                <a:moveTo>
                  <a:pt x="998684" y="1574800"/>
                </a:moveTo>
                <a:lnTo>
                  <a:pt x="807418" y="1574800"/>
                </a:lnTo>
                <a:lnTo>
                  <a:pt x="854785" y="1587500"/>
                </a:lnTo>
                <a:lnTo>
                  <a:pt x="951323" y="1587500"/>
                </a:lnTo>
                <a:lnTo>
                  <a:pt x="998684" y="1574800"/>
                </a:lnTo>
                <a:close/>
              </a:path>
              <a:path w="1806575" h="1803400">
                <a:moveTo>
                  <a:pt x="423569" y="596900"/>
                </a:moveTo>
                <a:lnTo>
                  <a:pt x="109740" y="596899"/>
                </a:lnTo>
                <a:lnTo>
                  <a:pt x="146499" y="622299"/>
                </a:lnTo>
                <a:lnTo>
                  <a:pt x="187497" y="647699"/>
                </a:lnTo>
                <a:lnTo>
                  <a:pt x="275961" y="647699"/>
                </a:lnTo>
                <a:lnTo>
                  <a:pt x="258097" y="698499"/>
                </a:lnTo>
                <a:lnTo>
                  <a:pt x="244166" y="749299"/>
                </a:lnTo>
                <a:lnTo>
                  <a:pt x="234190" y="800099"/>
                </a:lnTo>
                <a:lnTo>
                  <a:pt x="228188" y="850899"/>
                </a:lnTo>
                <a:lnTo>
                  <a:pt x="226183" y="901699"/>
                </a:lnTo>
                <a:lnTo>
                  <a:pt x="227886" y="952499"/>
                </a:lnTo>
                <a:lnTo>
                  <a:pt x="232917" y="1003299"/>
                </a:lnTo>
                <a:lnTo>
                  <a:pt x="241161" y="1054100"/>
                </a:lnTo>
                <a:lnTo>
                  <a:pt x="252502" y="1092200"/>
                </a:lnTo>
                <a:lnTo>
                  <a:pt x="266825" y="1143000"/>
                </a:lnTo>
                <a:lnTo>
                  <a:pt x="284015" y="1181100"/>
                </a:lnTo>
                <a:lnTo>
                  <a:pt x="303956" y="1219200"/>
                </a:lnTo>
                <a:lnTo>
                  <a:pt x="326534" y="1257300"/>
                </a:lnTo>
                <a:lnTo>
                  <a:pt x="351632" y="1295400"/>
                </a:lnTo>
                <a:lnTo>
                  <a:pt x="379135" y="1333500"/>
                </a:lnTo>
                <a:lnTo>
                  <a:pt x="408928" y="1371600"/>
                </a:lnTo>
                <a:lnTo>
                  <a:pt x="440896" y="1397000"/>
                </a:lnTo>
                <a:lnTo>
                  <a:pt x="474922" y="1435100"/>
                </a:lnTo>
                <a:lnTo>
                  <a:pt x="510893" y="1460500"/>
                </a:lnTo>
                <a:lnTo>
                  <a:pt x="548692" y="1485900"/>
                </a:lnTo>
                <a:lnTo>
                  <a:pt x="588203" y="1511300"/>
                </a:lnTo>
                <a:lnTo>
                  <a:pt x="629313" y="1524000"/>
                </a:lnTo>
                <a:lnTo>
                  <a:pt x="671904" y="1536700"/>
                </a:lnTo>
                <a:lnTo>
                  <a:pt x="715862" y="1562100"/>
                </a:lnTo>
                <a:lnTo>
                  <a:pt x="761072" y="1574800"/>
                </a:lnTo>
                <a:lnTo>
                  <a:pt x="1045025" y="1574800"/>
                </a:lnTo>
                <a:lnTo>
                  <a:pt x="1090230" y="1562100"/>
                </a:lnTo>
                <a:lnTo>
                  <a:pt x="1134184" y="1536700"/>
                </a:lnTo>
                <a:lnTo>
                  <a:pt x="903057" y="1536700"/>
                </a:lnTo>
                <a:lnTo>
                  <a:pt x="854379" y="1524000"/>
                </a:lnTo>
                <a:lnTo>
                  <a:pt x="806714" y="1524000"/>
                </a:lnTo>
                <a:lnTo>
                  <a:pt x="714981" y="1498600"/>
                </a:lnTo>
                <a:lnTo>
                  <a:pt x="671193" y="1485900"/>
                </a:lnTo>
                <a:lnTo>
                  <a:pt x="628976" y="1473200"/>
                </a:lnTo>
                <a:lnTo>
                  <a:pt x="588470" y="1447800"/>
                </a:lnTo>
                <a:lnTo>
                  <a:pt x="549815" y="1422400"/>
                </a:lnTo>
                <a:lnTo>
                  <a:pt x="513151" y="1397000"/>
                </a:lnTo>
                <a:lnTo>
                  <a:pt x="478618" y="1358900"/>
                </a:lnTo>
                <a:lnTo>
                  <a:pt x="446354" y="1333500"/>
                </a:lnTo>
                <a:lnTo>
                  <a:pt x="416500" y="1295400"/>
                </a:lnTo>
                <a:lnTo>
                  <a:pt x="389195" y="1257300"/>
                </a:lnTo>
                <a:lnTo>
                  <a:pt x="364580" y="1219200"/>
                </a:lnTo>
                <a:lnTo>
                  <a:pt x="342793" y="1181100"/>
                </a:lnTo>
                <a:lnTo>
                  <a:pt x="323975" y="1143000"/>
                </a:lnTo>
                <a:lnTo>
                  <a:pt x="308265" y="1092200"/>
                </a:lnTo>
                <a:lnTo>
                  <a:pt x="295803" y="1054100"/>
                </a:lnTo>
                <a:lnTo>
                  <a:pt x="286729" y="1003300"/>
                </a:lnTo>
                <a:lnTo>
                  <a:pt x="281182" y="952500"/>
                </a:lnTo>
                <a:lnTo>
                  <a:pt x="279302" y="901700"/>
                </a:lnTo>
                <a:lnTo>
                  <a:pt x="281095" y="863600"/>
                </a:lnTo>
                <a:lnTo>
                  <a:pt x="286461" y="812800"/>
                </a:lnTo>
                <a:lnTo>
                  <a:pt x="295381" y="762000"/>
                </a:lnTo>
                <a:lnTo>
                  <a:pt x="307834" y="723900"/>
                </a:lnTo>
                <a:lnTo>
                  <a:pt x="323800" y="673100"/>
                </a:lnTo>
                <a:lnTo>
                  <a:pt x="343260" y="635000"/>
                </a:lnTo>
                <a:lnTo>
                  <a:pt x="423569" y="596900"/>
                </a:lnTo>
                <a:close/>
              </a:path>
              <a:path w="1806575" h="1803400">
                <a:moveTo>
                  <a:pt x="951323" y="228600"/>
                </a:moveTo>
                <a:lnTo>
                  <a:pt x="850237" y="228600"/>
                </a:lnTo>
                <a:lnTo>
                  <a:pt x="648168" y="279400"/>
                </a:lnTo>
                <a:lnTo>
                  <a:pt x="951728" y="279400"/>
                </a:lnTo>
                <a:lnTo>
                  <a:pt x="1045895" y="304800"/>
                </a:lnTo>
                <a:lnTo>
                  <a:pt x="1134894" y="330200"/>
                </a:lnTo>
                <a:lnTo>
                  <a:pt x="1177108" y="342900"/>
                </a:lnTo>
                <a:lnTo>
                  <a:pt x="1217610" y="368300"/>
                </a:lnTo>
                <a:lnTo>
                  <a:pt x="1256262" y="393700"/>
                </a:lnTo>
                <a:lnTo>
                  <a:pt x="1292924" y="419100"/>
                </a:lnTo>
                <a:lnTo>
                  <a:pt x="1327456" y="444500"/>
                </a:lnTo>
                <a:lnTo>
                  <a:pt x="1359718" y="482600"/>
                </a:lnTo>
                <a:lnTo>
                  <a:pt x="1389570" y="520700"/>
                </a:lnTo>
                <a:lnTo>
                  <a:pt x="1416874" y="558800"/>
                </a:lnTo>
                <a:lnTo>
                  <a:pt x="1441488" y="596900"/>
                </a:lnTo>
                <a:lnTo>
                  <a:pt x="1463274" y="635000"/>
                </a:lnTo>
                <a:lnTo>
                  <a:pt x="1482092" y="673100"/>
                </a:lnTo>
                <a:lnTo>
                  <a:pt x="1497801" y="723900"/>
                </a:lnTo>
                <a:lnTo>
                  <a:pt x="1510263" y="762000"/>
                </a:lnTo>
                <a:lnTo>
                  <a:pt x="1519337" y="812800"/>
                </a:lnTo>
                <a:lnTo>
                  <a:pt x="1524884" y="863600"/>
                </a:lnTo>
                <a:lnTo>
                  <a:pt x="1526764" y="901700"/>
                </a:lnTo>
                <a:lnTo>
                  <a:pt x="1524884" y="952500"/>
                </a:lnTo>
                <a:lnTo>
                  <a:pt x="1519337" y="1003300"/>
                </a:lnTo>
                <a:lnTo>
                  <a:pt x="1510263" y="1054100"/>
                </a:lnTo>
                <a:lnTo>
                  <a:pt x="1497801" y="1092200"/>
                </a:lnTo>
                <a:lnTo>
                  <a:pt x="1482092" y="1143000"/>
                </a:lnTo>
                <a:lnTo>
                  <a:pt x="1463274" y="1181100"/>
                </a:lnTo>
                <a:lnTo>
                  <a:pt x="1441488" y="1219200"/>
                </a:lnTo>
                <a:lnTo>
                  <a:pt x="1416874" y="1257300"/>
                </a:lnTo>
                <a:lnTo>
                  <a:pt x="1389570" y="1295400"/>
                </a:lnTo>
                <a:lnTo>
                  <a:pt x="1359718" y="1333500"/>
                </a:lnTo>
                <a:lnTo>
                  <a:pt x="1327456" y="1358900"/>
                </a:lnTo>
                <a:lnTo>
                  <a:pt x="1292924" y="1397000"/>
                </a:lnTo>
                <a:lnTo>
                  <a:pt x="1256262" y="1422400"/>
                </a:lnTo>
                <a:lnTo>
                  <a:pt x="1217610" y="1447800"/>
                </a:lnTo>
                <a:lnTo>
                  <a:pt x="1177108" y="1473200"/>
                </a:lnTo>
                <a:lnTo>
                  <a:pt x="1134895" y="1485900"/>
                </a:lnTo>
                <a:lnTo>
                  <a:pt x="1091110" y="1498600"/>
                </a:lnTo>
                <a:lnTo>
                  <a:pt x="999387" y="1524000"/>
                </a:lnTo>
                <a:lnTo>
                  <a:pt x="951728" y="1524000"/>
                </a:lnTo>
                <a:lnTo>
                  <a:pt x="903057" y="1536700"/>
                </a:lnTo>
                <a:lnTo>
                  <a:pt x="1134184" y="1536700"/>
                </a:lnTo>
                <a:lnTo>
                  <a:pt x="1176772" y="1524000"/>
                </a:lnTo>
                <a:lnTo>
                  <a:pt x="1217878" y="1511300"/>
                </a:lnTo>
                <a:lnTo>
                  <a:pt x="1257387" y="1485900"/>
                </a:lnTo>
                <a:lnTo>
                  <a:pt x="1295183" y="1460500"/>
                </a:lnTo>
                <a:lnTo>
                  <a:pt x="1331151" y="1435100"/>
                </a:lnTo>
                <a:lnTo>
                  <a:pt x="1365175" y="1397000"/>
                </a:lnTo>
                <a:lnTo>
                  <a:pt x="1397141" y="1371600"/>
                </a:lnTo>
                <a:lnTo>
                  <a:pt x="1426932" y="1333500"/>
                </a:lnTo>
                <a:lnTo>
                  <a:pt x="1454434" y="1295400"/>
                </a:lnTo>
                <a:lnTo>
                  <a:pt x="1479531" y="1257300"/>
                </a:lnTo>
                <a:lnTo>
                  <a:pt x="1502107" y="1219200"/>
                </a:lnTo>
                <a:lnTo>
                  <a:pt x="1522048" y="1181100"/>
                </a:lnTo>
                <a:lnTo>
                  <a:pt x="1539238" y="1143000"/>
                </a:lnTo>
                <a:lnTo>
                  <a:pt x="1553560" y="1092200"/>
                </a:lnTo>
                <a:lnTo>
                  <a:pt x="1564901" y="1054100"/>
                </a:lnTo>
                <a:lnTo>
                  <a:pt x="1573145" y="1003300"/>
                </a:lnTo>
                <a:lnTo>
                  <a:pt x="1578176" y="952500"/>
                </a:lnTo>
                <a:lnTo>
                  <a:pt x="1579878" y="901700"/>
                </a:lnTo>
                <a:lnTo>
                  <a:pt x="1578176" y="863600"/>
                </a:lnTo>
                <a:lnTo>
                  <a:pt x="1573145" y="812800"/>
                </a:lnTo>
                <a:lnTo>
                  <a:pt x="1564901" y="762000"/>
                </a:lnTo>
                <a:lnTo>
                  <a:pt x="1553560" y="723900"/>
                </a:lnTo>
                <a:lnTo>
                  <a:pt x="1539238" y="673100"/>
                </a:lnTo>
                <a:lnTo>
                  <a:pt x="1522048" y="635000"/>
                </a:lnTo>
                <a:lnTo>
                  <a:pt x="1502107" y="596900"/>
                </a:lnTo>
                <a:lnTo>
                  <a:pt x="1479531" y="546100"/>
                </a:lnTo>
                <a:lnTo>
                  <a:pt x="1454434" y="520700"/>
                </a:lnTo>
                <a:lnTo>
                  <a:pt x="1426932" y="482600"/>
                </a:lnTo>
                <a:lnTo>
                  <a:pt x="1397141" y="444500"/>
                </a:lnTo>
                <a:lnTo>
                  <a:pt x="1365175" y="406400"/>
                </a:lnTo>
                <a:lnTo>
                  <a:pt x="1331150" y="381000"/>
                </a:lnTo>
                <a:lnTo>
                  <a:pt x="1295183" y="355600"/>
                </a:lnTo>
                <a:lnTo>
                  <a:pt x="1257387" y="330200"/>
                </a:lnTo>
                <a:lnTo>
                  <a:pt x="1217878" y="304800"/>
                </a:lnTo>
                <a:lnTo>
                  <a:pt x="1176772" y="292100"/>
                </a:lnTo>
                <a:lnTo>
                  <a:pt x="1134184" y="266700"/>
                </a:lnTo>
                <a:lnTo>
                  <a:pt x="1045025" y="241300"/>
                </a:lnTo>
                <a:lnTo>
                  <a:pt x="998684" y="241300"/>
                </a:lnTo>
                <a:lnTo>
                  <a:pt x="951323" y="228600"/>
                </a:lnTo>
                <a:close/>
              </a:path>
              <a:path w="1806575" h="1803400">
                <a:moveTo>
                  <a:pt x="502198" y="596900"/>
                </a:moveTo>
                <a:lnTo>
                  <a:pt x="423569" y="596900"/>
                </a:lnTo>
                <a:lnTo>
                  <a:pt x="512596" y="685800"/>
                </a:lnTo>
                <a:lnTo>
                  <a:pt x="491196" y="723900"/>
                </a:lnTo>
                <a:lnTo>
                  <a:pt x="474363" y="762000"/>
                </a:lnTo>
                <a:lnTo>
                  <a:pt x="462204" y="812800"/>
                </a:lnTo>
                <a:lnTo>
                  <a:pt x="454829" y="863600"/>
                </a:lnTo>
                <a:lnTo>
                  <a:pt x="452347" y="901700"/>
                </a:lnTo>
                <a:lnTo>
                  <a:pt x="454996" y="952500"/>
                </a:lnTo>
                <a:lnTo>
                  <a:pt x="462761" y="1003300"/>
                </a:lnTo>
                <a:lnTo>
                  <a:pt x="475364" y="1054100"/>
                </a:lnTo>
                <a:lnTo>
                  <a:pt x="492527" y="1092200"/>
                </a:lnTo>
                <a:lnTo>
                  <a:pt x="513973" y="1130300"/>
                </a:lnTo>
                <a:lnTo>
                  <a:pt x="539426" y="1168400"/>
                </a:lnTo>
                <a:lnTo>
                  <a:pt x="568608" y="1206500"/>
                </a:lnTo>
                <a:lnTo>
                  <a:pt x="601242" y="1244600"/>
                </a:lnTo>
                <a:lnTo>
                  <a:pt x="637051" y="1270000"/>
                </a:lnTo>
                <a:lnTo>
                  <a:pt x="675757" y="1295400"/>
                </a:lnTo>
                <a:lnTo>
                  <a:pt x="717085" y="1320800"/>
                </a:lnTo>
                <a:lnTo>
                  <a:pt x="760755" y="1333500"/>
                </a:lnTo>
                <a:lnTo>
                  <a:pt x="806492" y="1346200"/>
                </a:lnTo>
                <a:lnTo>
                  <a:pt x="854018" y="1358900"/>
                </a:lnTo>
                <a:lnTo>
                  <a:pt x="952086" y="1358900"/>
                </a:lnTo>
                <a:lnTo>
                  <a:pt x="999605" y="1346200"/>
                </a:lnTo>
                <a:lnTo>
                  <a:pt x="1045335" y="1333500"/>
                </a:lnTo>
                <a:lnTo>
                  <a:pt x="1089000" y="1320800"/>
                </a:lnTo>
                <a:lnTo>
                  <a:pt x="1109662" y="1308100"/>
                </a:lnTo>
                <a:lnTo>
                  <a:pt x="903057" y="1308100"/>
                </a:lnTo>
                <a:lnTo>
                  <a:pt x="856758" y="1295400"/>
                </a:lnTo>
                <a:lnTo>
                  <a:pt x="812012" y="1295400"/>
                </a:lnTo>
                <a:lnTo>
                  <a:pt x="769118" y="1282700"/>
                </a:lnTo>
                <a:lnTo>
                  <a:pt x="728377" y="1270000"/>
                </a:lnTo>
                <a:lnTo>
                  <a:pt x="690090" y="1244600"/>
                </a:lnTo>
                <a:lnTo>
                  <a:pt x="654556" y="1219200"/>
                </a:lnTo>
                <a:lnTo>
                  <a:pt x="622078" y="1193800"/>
                </a:lnTo>
                <a:lnTo>
                  <a:pt x="592954" y="1155700"/>
                </a:lnTo>
                <a:lnTo>
                  <a:pt x="567487" y="1117600"/>
                </a:lnTo>
                <a:lnTo>
                  <a:pt x="545976" y="1079500"/>
                </a:lnTo>
                <a:lnTo>
                  <a:pt x="528722" y="1041400"/>
                </a:lnTo>
                <a:lnTo>
                  <a:pt x="516025" y="1003300"/>
                </a:lnTo>
                <a:lnTo>
                  <a:pt x="508187" y="952500"/>
                </a:lnTo>
                <a:lnTo>
                  <a:pt x="505508" y="901700"/>
                </a:lnTo>
                <a:lnTo>
                  <a:pt x="508541" y="863600"/>
                </a:lnTo>
                <a:lnTo>
                  <a:pt x="517551" y="812800"/>
                </a:lnTo>
                <a:lnTo>
                  <a:pt x="532400" y="762000"/>
                </a:lnTo>
                <a:lnTo>
                  <a:pt x="552951" y="723900"/>
                </a:lnTo>
                <a:lnTo>
                  <a:pt x="640636" y="723900"/>
                </a:lnTo>
                <a:lnTo>
                  <a:pt x="502198" y="596900"/>
                </a:lnTo>
                <a:close/>
              </a:path>
              <a:path w="1806575" h="1803400">
                <a:moveTo>
                  <a:pt x="1109662" y="508000"/>
                </a:moveTo>
                <a:lnTo>
                  <a:pt x="949346" y="508000"/>
                </a:lnTo>
                <a:lnTo>
                  <a:pt x="994084" y="520700"/>
                </a:lnTo>
                <a:lnTo>
                  <a:pt x="1036971" y="533400"/>
                </a:lnTo>
                <a:lnTo>
                  <a:pt x="1077706" y="546100"/>
                </a:lnTo>
                <a:lnTo>
                  <a:pt x="1115989" y="571500"/>
                </a:lnTo>
                <a:lnTo>
                  <a:pt x="1151519" y="596900"/>
                </a:lnTo>
                <a:lnTo>
                  <a:pt x="1183995" y="622300"/>
                </a:lnTo>
                <a:lnTo>
                  <a:pt x="1213116" y="660400"/>
                </a:lnTo>
                <a:lnTo>
                  <a:pt x="1238582" y="698500"/>
                </a:lnTo>
                <a:lnTo>
                  <a:pt x="1260092" y="736600"/>
                </a:lnTo>
                <a:lnTo>
                  <a:pt x="1277345" y="774700"/>
                </a:lnTo>
                <a:lnTo>
                  <a:pt x="1290041" y="812800"/>
                </a:lnTo>
                <a:lnTo>
                  <a:pt x="1297879" y="863600"/>
                </a:lnTo>
                <a:lnTo>
                  <a:pt x="1300559" y="901700"/>
                </a:lnTo>
                <a:lnTo>
                  <a:pt x="1297879" y="952500"/>
                </a:lnTo>
                <a:lnTo>
                  <a:pt x="1290041" y="1003300"/>
                </a:lnTo>
                <a:lnTo>
                  <a:pt x="1277345" y="1041400"/>
                </a:lnTo>
                <a:lnTo>
                  <a:pt x="1260092" y="1079500"/>
                </a:lnTo>
                <a:lnTo>
                  <a:pt x="1238582" y="1117600"/>
                </a:lnTo>
                <a:lnTo>
                  <a:pt x="1213116" y="1155700"/>
                </a:lnTo>
                <a:lnTo>
                  <a:pt x="1183995" y="1193800"/>
                </a:lnTo>
                <a:lnTo>
                  <a:pt x="1151519" y="1219200"/>
                </a:lnTo>
                <a:lnTo>
                  <a:pt x="1115989" y="1244600"/>
                </a:lnTo>
                <a:lnTo>
                  <a:pt x="1077707" y="1270000"/>
                </a:lnTo>
                <a:lnTo>
                  <a:pt x="1036971" y="1282700"/>
                </a:lnTo>
                <a:lnTo>
                  <a:pt x="994084" y="1295400"/>
                </a:lnTo>
                <a:lnTo>
                  <a:pt x="949346" y="1295400"/>
                </a:lnTo>
                <a:lnTo>
                  <a:pt x="903057" y="1308100"/>
                </a:lnTo>
                <a:lnTo>
                  <a:pt x="1109662" y="1308100"/>
                </a:lnTo>
                <a:lnTo>
                  <a:pt x="1169026" y="1270000"/>
                </a:lnTo>
                <a:lnTo>
                  <a:pt x="1204832" y="1244600"/>
                </a:lnTo>
                <a:lnTo>
                  <a:pt x="1237463" y="1206500"/>
                </a:lnTo>
                <a:lnTo>
                  <a:pt x="1266644" y="1168400"/>
                </a:lnTo>
                <a:lnTo>
                  <a:pt x="1292095" y="1130300"/>
                </a:lnTo>
                <a:lnTo>
                  <a:pt x="1313541" y="1092200"/>
                </a:lnTo>
                <a:lnTo>
                  <a:pt x="1330703" y="1054100"/>
                </a:lnTo>
                <a:lnTo>
                  <a:pt x="1343305" y="1003300"/>
                </a:lnTo>
                <a:lnTo>
                  <a:pt x="1351070" y="952500"/>
                </a:lnTo>
                <a:lnTo>
                  <a:pt x="1353720" y="901700"/>
                </a:lnTo>
                <a:lnTo>
                  <a:pt x="1351070" y="863600"/>
                </a:lnTo>
                <a:lnTo>
                  <a:pt x="1343305" y="812800"/>
                </a:lnTo>
                <a:lnTo>
                  <a:pt x="1330703" y="762000"/>
                </a:lnTo>
                <a:lnTo>
                  <a:pt x="1313541" y="723900"/>
                </a:lnTo>
                <a:lnTo>
                  <a:pt x="1292095" y="673100"/>
                </a:lnTo>
                <a:lnTo>
                  <a:pt x="1266644" y="635000"/>
                </a:lnTo>
                <a:lnTo>
                  <a:pt x="1237463" y="609600"/>
                </a:lnTo>
                <a:lnTo>
                  <a:pt x="1204832" y="571500"/>
                </a:lnTo>
                <a:lnTo>
                  <a:pt x="1169026" y="546100"/>
                </a:lnTo>
                <a:lnTo>
                  <a:pt x="1130323" y="520700"/>
                </a:lnTo>
                <a:lnTo>
                  <a:pt x="1109662" y="508000"/>
                </a:lnTo>
                <a:close/>
              </a:path>
              <a:path w="1806575" h="1803400">
                <a:moveTo>
                  <a:pt x="640636" y="723900"/>
                </a:moveTo>
                <a:lnTo>
                  <a:pt x="552951" y="723900"/>
                </a:lnTo>
                <a:lnTo>
                  <a:pt x="688192" y="838200"/>
                </a:lnTo>
                <a:lnTo>
                  <a:pt x="679128" y="889000"/>
                </a:lnTo>
                <a:lnTo>
                  <a:pt x="680262" y="939800"/>
                </a:lnTo>
                <a:lnTo>
                  <a:pt x="690753" y="977900"/>
                </a:lnTo>
                <a:lnTo>
                  <a:pt x="709758" y="1016000"/>
                </a:lnTo>
                <a:lnTo>
                  <a:pt x="736438" y="1054100"/>
                </a:lnTo>
                <a:lnTo>
                  <a:pt x="769949" y="1092200"/>
                </a:lnTo>
                <a:lnTo>
                  <a:pt x="809450" y="1104900"/>
                </a:lnTo>
                <a:lnTo>
                  <a:pt x="854100" y="1130300"/>
                </a:lnTo>
                <a:lnTo>
                  <a:pt x="948234" y="1130300"/>
                </a:lnTo>
                <a:lnTo>
                  <a:pt x="990339" y="1117600"/>
                </a:lnTo>
                <a:lnTo>
                  <a:pt x="1028463" y="1092200"/>
                </a:lnTo>
                <a:lnTo>
                  <a:pt x="1061695" y="1066800"/>
                </a:lnTo>
                <a:lnTo>
                  <a:pt x="1089126" y="1028700"/>
                </a:lnTo>
                <a:lnTo>
                  <a:pt x="1109846" y="990600"/>
                </a:lnTo>
                <a:lnTo>
                  <a:pt x="1122945" y="952500"/>
                </a:lnTo>
                <a:lnTo>
                  <a:pt x="890179" y="952500"/>
                </a:lnTo>
                <a:lnTo>
                  <a:pt x="875980" y="939800"/>
                </a:lnTo>
                <a:lnTo>
                  <a:pt x="640636" y="723900"/>
                </a:lnTo>
                <a:close/>
              </a:path>
              <a:path w="1806575" h="1803400">
                <a:moveTo>
                  <a:pt x="628227" y="342900"/>
                </a:moveTo>
                <a:lnTo>
                  <a:pt x="445608" y="342900"/>
                </a:lnTo>
                <a:lnTo>
                  <a:pt x="546382" y="444500"/>
                </a:lnTo>
                <a:lnTo>
                  <a:pt x="546949" y="444500"/>
                </a:lnTo>
                <a:lnTo>
                  <a:pt x="936843" y="876300"/>
                </a:lnTo>
                <a:lnTo>
                  <a:pt x="945453" y="889000"/>
                </a:lnTo>
                <a:lnTo>
                  <a:pt x="948060" y="914400"/>
                </a:lnTo>
                <a:lnTo>
                  <a:pt x="944705" y="927100"/>
                </a:lnTo>
                <a:lnTo>
                  <a:pt x="935426" y="939800"/>
                </a:lnTo>
                <a:lnTo>
                  <a:pt x="921679" y="952500"/>
                </a:lnTo>
                <a:lnTo>
                  <a:pt x="1122945" y="952500"/>
                </a:lnTo>
                <a:lnTo>
                  <a:pt x="1127514" y="901700"/>
                </a:lnTo>
                <a:lnTo>
                  <a:pt x="1122235" y="863600"/>
                </a:lnTo>
                <a:lnTo>
                  <a:pt x="1107250" y="812800"/>
                </a:lnTo>
                <a:lnTo>
                  <a:pt x="1083835" y="774700"/>
                </a:lnTo>
                <a:lnTo>
                  <a:pt x="1053270" y="736600"/>
                </a:lnTo>
                <a:lnTo>
                  <a:pt x="1016831" y="711200"/>
                </a:lnTo>
                <a:lnTo>
                  <a:pt x="975797" y="698500"/>
                </a:lnTo>
                <a:lnTo>
                  <a:pt x="931444" y="685800"/>
                </a:lnTo>
                <a:lnTo>
                  <a:pt x="837893" y="685800"/>
                </a:lnTo>
                <a:lnTo>
                  <a:pt x="714938" y="558800"/>
                </a:lnTo>
                <a:lnTo>
                  <a:pt x="759363" y="533400"/>
                </a:lnTo>
                <a:lnTo>
                  <a:pt x="805843" y="520700"/>
                </a:lnTo>
                <a:lnTo>
                  <a:pt x="678269" y="520700"/>
                </a:lnTo>
                <a:lnTo>
                  <a:pt x="597322" y="431800"/>
                </a:lnTo>
                <a:lnTo>
                  <a:pt x="628227" y="342900"/>
                </a:lnTo>
                <a:close/>
              </a:path>
              <a:path w="1806575" h="1803400">
                <a:moveTo>
                  <a:pt x="952086" y="457200"/>
                </a:moveTo>
                <a:lnTo>
                  <a:pt x="855763" y="457200"/>
                </a:lnTo>
                <a:lnTo>
                  <a:pt x="809308" y="469900"/>
                </a:lnTo>
                <a:lnTo>
                  <a:pt x="720232" y="495300"/>
                </a:lnTo>
                <a:lnTo>
                  <a:pt x="678269" y="520700"/>
                </a:lnTo>
                <a:lnTo>
                  <a:pt x="805843" y="520700"/>
                </a:lnTo>
                <a:lnTo>
                  <a:pt x="853901" y="508000"/>
                </a:lnTo>
                <a:lnTo>
                  <a:pt x="1109662" y="508000"/>
                </a:lnTo>
                <a:lnTo>
                  <a:pt x="1089000" y="495300"/>
                </a:lnTo>
                <a:lnTo>
                  <a:pt x="1045335" y="482600"/>
                </a:lnTo>
                <a:lnTo>
                  <a:pt x="999605" y="469900"/>
                </a:lnTo>
                <a:lnTo>
                  <a:pt x="952086" y="457200"/>
                </a:lnTo>
                <a:close/>
              </a:path>
              <a:path w="1806575" h="1803400">
                <a:moveTo>
                  <a:pt x="629557" y="165100"/>
                </a:moveTo>
                <a:lnTo>
                  <a:pt x="281725" y="165099"/>
                </a:lnTo>
                <a:lnTo>
                  <a:pt x="310693" y="190499"/>
                </a:lnTo>
                <a:lnTo>
                  <a:pt x="327293" y="203199"/>
                </a:lnTo>
                <a:lnTo>
                  <a:pt x="409832" y="304800"/>
                </a:lnTo>
                <a:lnTo>
                  <a:pt x="296280" y="419099"/>
                </a:lnTo>
                <a:lnTo>
                  <a:pt x="363124" y="419100"/>
                </a:lnTo>
                <a:lnTo>
                  <a:pt x="445608" y="342900"/>
                </a:lnTo>
                <a:lnTo>
                  <a:pt x="628227" y="342900"/>
                </a:lnTo>
                <a:lnTo>
                  <a:pt x="761619" y="304800"/>
                </a:lnTo>
                <a:lnTo>
                  <a:pt x="855124" y="279400"/>
                </a:lnTo>
                <a:lnTo>
                  <a:pt x="648168" y="279400"/>
                </a:lnTo>
                <a:lnTo>
                  <a:pt x="649410" y="241300"/>
                </a:lnTo>
                <a:lnTo>
                  <a:pt x="641162" y="190500"/>
                </a:lnTo>
                <a:lnTo>
                  <a:pt x="629557" y="165100"/>
                </a:lnTo>
                <a:close/>
              </a:path>
              <a:path w="1806575" h="1803400">
                <a:moveTo>
                  <a:pt x="433535" y="0"/>
                </a:moveTo>
                <a:lnTo>
                  <a:pt x="395479" y="25399"/>
                </a:lnTo>
                <a:lnTo>
                  <a:pt x="369576" y="63499"/>
                </a:lnTo>
                <a:lnTo>
                  <a:pt x="337656" y="139699"/>
                </a:lnTo>
                <a:lnTo>
                  <a:pt x="615006" y="139700"/>
                </a:lnTo>
                <a:lnTo>
                  <a:pt x="597511" y="114300"/>
                </a:lnTo>
                <a:lnTo>
                  <a:pt x="646571" y="101600"/>
                </a:lnTo>
                <a:lnTo>
                  <a:pt x="696458" y="76200"/>
                </a:lnTo>
                <a:lnTo>
                  <a:pt x="557062" y="76200"/>
                </a:lnTo>
                <a:lnTo>
                  <a:pt x="514108" y="25400"/>
                </a:lnTo>
                <a:lnTo>
                  <a:pt x="475744" y="12700"/>
                </a:lnTo>
                <a:lnTo>
                  <a:pt x="433535" y="0"/>
                </a:lnTo>
                <a:close/>
              </a:path>
              <a:path w="1806575" h="1803400">
                <a:moveTo>
                  <a:pt x="1044991" y="12700"/>
                </a:moveTo>
                <a:lnTo>
                  <a:pt x="751022" y="12700"/>
                </a:lnTo>
                <a:lnTo>
                  <a:pt x="604463" y="50800"/>
                </a:lnTo>
                <a:lnTo>
                  <a:pt x="557062" y="76200"/>
                </a:lnTo>
                <a:lnTo>
                  <a:pt x="747112" y="76200"/>
                </a:lnTo>
                <a:lnTo>
                  <a:pt x="798471" y="63500"/>
                </a:lnTo>
                <a:lnTo>
                  <a:pt x="850473" y="63500"/>
                </a:lnTo>
                <a:lnTo>
                  <a:pt x="903057" y="50800"/>
                </a:lnTo>
                <a:lnTo>
                  <a:pt x="1179904" y="50800"/>
                </a:lnTo>
                <a:lnTo>
                  <a:pt x="1044991" y="12700"/>
                </a:lnTo>
                <a:close/>
              </a:path>
              <a:path w="1806575" h="1803400">
                <a:moveTo>
                  <a:pt x="951045" y="0"/>
                </a:moveTo>
                <a:lnTo>
                  <a:pt x="851854" y="0"/>
                </a:lnTo>
                <a:lnTo>
                  <a:pt x="801159" y="12700"/>
                </a:lnTo>
                <a:lnTo>
                  <a:pt x="998377" y="12700"/>
                </a:lnTo>
                <a:lnTo>
                  <a:pt x="951045" y="0"/>
                </a:lnTo>
                <a:close/>
              </a:path>
            </a:pathLst>
          </a:custGeom>
          <a:solidFill>
            <a:srgbClr val="0A0909"/>
          </a:solidFill>
          <a:ln w="0">
            <a:noFill/>
          </a:ln>
        </p:spPr>
        <p:style>
          <a:lnRef idx="0"/>
          <a:fillRef idx="0"/>
          <a:effectRef idx="0"/>
          <a:fontRef idx="minor"/>
        </p:style>
        <p:txBody>
          <a:bodyPr lIns="0" tIns="0" rIns="0" bIns="0" anchor="t">
            <a:noAutofit/>
          </a:bodyPr>
          <a:p>
            <a:endParaRPr lang="en-IN" sz="1800" b="0" u="none" strike="noStrike">
              <a:solidFill>
                <a:srgbClr val="FFFFFF"/>
              </a:solidFill>
              <a:effectLst/>
              <a:uFillTx/>
              <a:latin typeface="Arial"/>
            </a:endParaRPr>
          </a:p>
        </p:txBody>
      </p:sp>
      <p:sp>
        <p:nvSpPr>
          <p:cNvPr id="57" name="TextBox 4"/>
          <p:cNvSpPr/>
          <p:nvPr/>
        </p:nvSpPr>
        <p:spPr>
          <a:xfrm>
            <a:off x="2568600" y="3695760"/>
            <a:ext cx="15001560" cy="5016240"/>
          </a:xfrm>
          <a:prstGeom prst="rect">
            <a:avLst/>
          </a:prstGeom>
          <a:noFill/>
          <a:ln w="0">
            <a:noFill/>
          </a:ln>
        </p:spPr>
        <p:style>
          <a:lnRef idx="0"/>
          <a:fillRef idx="0"/>
          <a:effectRef idx="0"/>
          <a:fontRef idx="minor"/>
        </p:style>
        <p:txBody>
          <a:bodyPr lIns="90000" tIns="45000" rIns="90000" bIns="45000" anchor="t">
            <a:spAutoFit/>
          </a:bodyPr>
          <a:p>
            <a:pPr marL="457200" indent="-457200">
              <a:lnSpc>
                <a:spcPct val="100000"/>
              </a:lnSpc>
              <a:buClr>
                <a:srgbClr val="000000"/>
              </a:buClr>
              <a:buFont typeface="Arial"/>
              <a:buChar char="•"/>
            </a:pPr>
            <a:r>
              <a:rPr lang="en-IN" sz="3200" b="1" u="none" strike="noStrike">
                <a:solidFill>
                  <a:srgbClr val="000000"/>
                </a:solidFill>
                <a:effectLst/>
                <a:uFillTx/>
                <a:latin typeface="Arial"/>
              </a:rPr>
              <a:t>Accurately detect fraud</a:t>
            </a:r>
            <a:r>
              <a:rPr lang="en-IN" sz="3200" b="0" u="none" strike="noStrike">
                <a:solidFill>
                  <a:srgbClr val="000000"/>
                </a:solidFill>
                <a:effectLst/>
                <a:uFillTx/>
                <a:latin typeface="Arial"/>
              </a:rPr>
              <a:t> using Machine Learning while handling the highly imbalanced transaction data. </a:t>
            </a:r>
            <a:endParaRPr lang="en-IN" sz="3200" b="0" u="none" strike="noStrike">
              <a:solidFill>
                <a:srgbClr val="000000"/>
              </a:solidFill>
              <a:effectLst/>
              <a:uFillTx/>
              <a:latin typeface="Arial"/>
            </a:endParaRPr>
          </a:p>
          <a:p>
            <a:pPr>
              <a:lnSpc>
                <a:spcPct val="100000"/>
              </a:lnSpc>
            </a:pPr>
            <a:endParaRPr lang="en-IN" sz="3200" b="0" u="none" strike="noStrike">
              <a:solidFill>
                <a:srgbClr val="000000"/>
              </a:solidFill>
              <a:effectLst/>
              <a:uFillTx/>
              <a:latin typeface="Arial"/>
            </a:endParaRPr>
          </a:p>
          <a:p>
            <a:pPr marL="457200" indent="-457200">
              <a:lnSpc>
                <a:spcPct val="100000"/>
              </a:lnSpc>
              <a:buClr>
                <a:srgbClr val="000000"/>
              </a:buClr>
              <a:buFont typeface="Arial"/>
              <a:buChar char="•"/>
            </a:pPr>
            <a:r>
              <a:rPr lang="en-IN" sz="3200" b="1" u="none" strike="noStrike">
                <a:solidFill>
                  <a:srgbClr val="000000"/>
                </a:solidFill>
                <a:effectLst/>
                <a:uFillTx/>
                <a:latin typeface="Arial"/>
              </a:rPr>
              <a:t>Analyze transaction patterns</a:t>
            </a:r>
            <a:r>
              <a:rPr lang="en-IN" sz="3200" b="0" u="none" strike="noStrike">
                <a:solidFill>
                  <a:srgbClr val="000000"/>
                </a:solidFill>
                <a:effectLst/>
                <a:uFillTx/>
                <a:latin typeface="Arial"/>
              </a:rPr>
              <a:t> using EDA, statistical analysis, correlation, and PCA to identify useful fraud-related insights. </a:t>
            </a:r>
            <a:endParaRPr lang="en-IN" sz="3200" b="0" u="none" strike="noStrike">
              <a:solidFill>
                <a:srgbClr val="000000"/>
              </a:solidFill>
              <a:effectLst/>
              <a:uFillTx/>
              <a:latin typeface="Arial"/>
            </a:endParaRPr>
          </a:p>
          <a:p>
            <a:pPr>
              <a:lnSpc>
                <a:spcPct val="100000"/>
              </a:lnSpc>
            </a:pPr>
            <a:endParaRPr lang="en-IN" sz="3200" b="0" u="none" strike="noStrike">
              <a:solidFill>
                <a:srgbClr val="000000"/>
              </a:solidFill>
              <a:effectLst/>
              <a:uFillTx/>
              <a:latin typeface="Arial"/>
            </a:endParaRPr>
          </a:p>
          <a:p>
            <a:pPr marL="457200" indent="-457200">
              <a:lnSpc>
                <a:spcPct val="100000"/>
              </a:lnSpc>
              <a:buClr>
                <a:srgbClr val="000000"/>
              </a:buClr>
              <a:buFont typeface="Arial"/>
              <a:buChar char="•"/>
            </a:pPr>
            <a:r>
              <a:rPr lang="en-IN" sz="3200" b="1" u="none" strike="noStrike">
                <a:solidFill>
                  <a:srgbClr val="000000"/>
                </a:solidFill>
                <a:effectLst/>
                <a:uFillTx/>
                <a:latin typeface="Arial"/>
              </a:rPr>
              <a:t>Reduce false predictions</a:t>
            </a:r>
            <a:r>
              <a:rPr lang="en-IN" sz="3200" b="0" u="none" strike="noStrike">
                <a:solidFill>
                  <a:srgbClr val="000000"/>
                </a:solidFill>
                <a:effectLst/>
                <a:uFillTx/>
                <a:latin typeface="Arial"/>
              </a:rPr>
              <a:t> and improve the reliability of fraud detection. </a:t>
            </a:r>
            <a:endParaRPr lang="en-IN" sz="3200" b="0" u="none" strike="noStrike">
              <a:solidFill>
                <a:srgbClr val="000000"/>
              </a:solidFill>
              <a:effectLst/>
              <a:uFillTx/>
              <a:latin typeface="Arial"/>
            </a:endParaRPr>
          </a:p>
          <a:p>
            <a:pPr>
              <a:lnSpc>
                <a:spcPct val="100000"/>
              </a:lnSpc>
            </a:pPr>
            <a:endParaRPr lang="en-IN" sz="3200" b="0" u="none" strike="noStrike">
              <a:solidFill>
                <a:srgbClr val="000000"/>
              </a:solidFill>
              <a:effectLst/>
              <a:uFillTx/>
              <a:latin typeface="Arial"/>
            </a:endParaRPr>
          </a:p>
          <a:p>
            <a:pPr marL="457200" indent="-457200">
              <a:lnSpc>
                <a:spcPct val="100000"/>
              </a:lnSpc>
              <a:buClr>
                <a:srgbClr val="000000"/>
              </a:buClr>
              <a:buFont typeface="Arial"/>
              <a:buChar char="•"/>
            </a:pPr>
            <a:r>
              <a:rPr lang="en-IN" sz="3200" b="1" u="none" strike="noStrike">
                <a:solidFill>
                  <a:srgbClr val="000000"/>
                </a:solidFill>
                <a:effectLst/>
                <a:uFillTx/>
                <a:latin typeface="Arial"/>
              </a:rPr>
              <a:t>Provide an interactive dashboard</a:t>
            </a:r>
            <a:r>
              <a:rPr lang="en-IN" sz="3200" b="0" u="none" strike="noStrike">
                <a:solidFill>
                  <a:srgbClr val="000000"/>
                </a:solidFill>
                <a:effectLst/>
                <a:uFillTx/>
                <a:latin typeface="Arial"/>
              </a:rPr>
              <a:t> for fraud monitoring, visualization, risk assessment, and faster business decision-making.</a:t>
            </a:r>
            <a:endParaRPr lang="en-IN"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2550960" y="550800"/>
            <a:ext cx="13186080" cy="1431720"/>
          </a:xfrm>
          <a:prstGeom prst="rect">
            <a:avLst/>
          </a:prstGeom>
          <a:noFill/>
          <a:ln w="0">
            <a:noFill/>
          </a:ln>
        </p:spPr>
        <p:txBody>
          <a:bodyPr lIns="0" tIns="412200" rIns="0" bIns="0" anchor="t">
            <a:spAutoFit/>
          </a:bodyPr>
          <a:p>
            <a:pPr marL="2069640" indent="0" algn="l">
              <a:lnSpc>
                <a:spcPct val="100000"/>
              </a:lnSpc>
              <a:spcBef>
                <a:spcPts val="105"/>
              </a:spcBef>
              <a:buNone/>
            </a:pPr>
            <a:r>
              <a:rPr lang="en-IN" sz="6600" b="0" u="none" spc="-349" strike="noStrike">
                <a:solidFill>
                  <a:schemeClr val="lt1"/>
                </a:solidFill>
                <a:effectLst/>
                <a:uFillTx/>
                <a:latin typeface="Arial Black"/>
              </a:rPr>
              <a:t>Scope</a:t>
            </a:r>
            <a:r>
              <a:rPr lang="en-IN" sz="6600" b="0" u="none" spc="-780" strike="noStrike">
                <a:solidFill>
                  <a:schemeClr val="lt1"/>
                </a:solidFill>
                <a:effectLst/>
                <a:uFillTx/>
                <a:latin typeface="Arial Black"/>
              </a:rPr>
              <a:t> </a:t>
            </a:r>
            <a:r>
              <a:rPr lang="en-IN" sz="6600" b="0" u="none" spc="-215" strike="noStrike">
                <a:solidFill>
                  <a:schemeClr val="lt1"/>
                </a:solidFill>
                <a:effectLst/>
                <a:uFillTx/>
                <a:latin typeface="Arial Black"/>
              </a:rPr>
              <a:t>of</a:t>
            </a:r>
            <a:r>
              <a:rPr lang="en-IN" sz="6600" b="0" u="none" spc="-825" strike="noStrike">
                <a:solidFill>
                  <a:schemeClr val="lt1"/>
                </a:solidFill>
                <a:effectLst/>
                <a:uFillTx/>
                <a:latin typeface="Arial Black"/>
              </a:rPr>
              <a:t> </a:t>
            </a:r>
            <a:r>
              <a:rPr lang="en-IN" sz="6600" b="0" u="none" spc="-204" strike="noStrike">
                <a:solidFill>
                  <a:schemeClr val="lt1"/>
                </a:solidFill>
                <a:effectLst/>
                <a:uFillTx/>
                <a:latin typeface="Arial Black"/>
              </a:rPr>
              <a:t>the</a:t>
            </a:r>
            <a:r>
              <a:rPr lang="en-IN" sz="6600" b="0" u="none" spc="-791" strike="noStrike">
                <a:solidFill>
                  <a:schemeClr val="lt1"/>
                </a:solidFill>
                <a:effectLst/>
                <a:uFillTx/>
                <a:latin typeface="Arial Black"/>
              </a:rPr>
              <a:t> </a:t>
            </a:r>
            <a:r>
              <a:rPr lang="en-IN" sz="6600" b="0" u="none" spc="-346" strike="noStrike">
                <a:solidFill>
                  <a:schemeClr val="lt1"/>
                </a:solidFill>
                <a:effectLst/>
                <a:uFillTx/>
                <a:latin typeface="Arial Black"/>
              </a:rPr>
              <a:t>Project</a:t>
            </a:r>
            <a:endParaRPr lang="en-IN" sz="6600" b="0" u="none" strike="noStrike">
              <a:solidFill>
                <a:srgbClr val="000000"/>
              </a:solidFill>
              <a:effectLst/>
              <a:uFillTx/>
              <a:latin typeface="Calibri"/>
            </a:endParaRPr>
          </a:p>
        </p:txBody>
      </p:sp>
      <p:sp>
        <p:nvSpPr>
          <p:cNvPr id="59" name="TextBox 3"/>
          <p:cNvSpPr/>
          <p:nvPr/>
        </p:nvSpPr>
        <p:spPr>
          <a:xfrm>
            <a:off x="380880" y="3018240"/>
            <a:ext cx="16916040" cy="6062760"/>
          </a:xfrm>
          <a:prstGeom prst="rect">
            <a:avLst/>
          </a:prstGeom>
          <a:noFill/>
          <a:ln w="0">
            <a:noFill/>
          </a:ln>
        </p:spPr>
        <p:style>
          <a:lnRef idx="0"/>
          <a:fillRef idx="0"/>
          <a:effectRef idx="0"/>
          <a:fontRef idx="minor"/>
        </p:style>
        <p:txBody>
          <a:bodyPr lIns="90000" tIns="45000" rIns="90000" bIns="45000" anchor="t">
            <a:spAutoFit/>
          </a:bodyPr>
          <a:p>
            <a:pPr algn="ctr">
              <a:lnSpc>
                <a:spcPct val="100000"/>
              </a:lnSpc>
            </a:pPr>
            <a:r>
              <a:rPr lang="en-IN" sz="3200" b="0" u="none" strike="noStrike">
                <a:solidFill>
                  <a:srgbClr val="000000"/>
                </a:solidFill>
                <a:effectLst/>
                <a:uFillTx/>
                <a:latin typeface="Arial"/>
              </a:rPr>
              <a:t>The project focuses on developing an </a:t>
            </a:r>
            <a:r>
              <a:rPr lang="en-IN" sz="3200" b="1" u="none" strike="noStrike">
                <a:solidFill>
                  <a:srgbClr val="000000"/>
                </a:solidFill>
                <a:effectLst/>
                <a:uFillTx/>
                <a:latin typeface="Arial"/>
              </a:rPr>
              <a:t>AI-powered credit card fraud detection and visual analytics system</a:t>
            </a:r>
            <a:r>
              <a:rPr lang="en-IN" sz="3200" b="0" u="none" strike="noStrike">
                <a:solidFill>
                  <a:srgbClr val="000000"/>
                </a:solidFill>
                <a:effectLst/>
                <a:uFillTx/>
                <a:latin typeface="Arial"/>
              </a:rPr>
              <a:t> that can analyze large-scale transaction data, identify potential fraud,</a:t>
            </a:r>
            <a:endParaRPr lang="en-IN" sz="3200" b="0" u="none" strike="noStrike">
              <a:solidFill>
                <a:srgbClr val="000000"/>
              </a:solidFill>
              <a:effectLst/>
              <a:uFillTx/>
              <a:latin typeface="Arial"/>
            </a:endParaRPr>
          </a:p>
          <a:p>
            <a:pPr algn="ctr">
              <a:lnSpc>
                <a:spcPct val="100000"/>
              </a:lnSpc>
            </a:pPr>
            <a:r>
              <a:rPr lang="en-IN" sz="3200" b="0" u="none" strike="noStrike">
                <a:solidFill>
                  <a:srgbClr val="000000"/>
                </a:solidFill>
                <a:effectLst/>
                <a:uFillTx/>
                <a:latin typeface="Arial"/>
              </a:rPr>
              <a:t> and provide meaningful insights through an interactive dashboard.</a:t>
            </a:r>
            <a:endParaRPr lang="en-IN" sz="3200" b="0" u="none" strike="noStrike">
              <a:solidFill>
                <a:srgbClr val="000000"/>
              </a:solidFill>
              <a:effectLst/>
              <a:uFillTx/>
              <a:latin typeface="Arial"/>
            </a:endParaRPr>
          </a:p>
          <a:p>
            <a:pPr>
              <a:lnSpc>
                <a:spcPct val="100000"/>
              </a:lnSpc>
            </a:pPr>
            <a:endParaRPr lang="en-IN" sz="3200" b="0" u="none" strike="noStrike">
              <a:solidFill>
                <a:srgbClr val="000000"/>
              </a:solidFill>
              <a:effectLst/>
              <a:uFillTx/>
              <a:latin typeface="Arial"/>
            </a:endParaRPr>
          </a:p>
          <a:p>
            <a:pPr>
              <a:lnSpc>
                <a:spcPct val="100000"/>
              </a:lnSpc>
            </a:pPr>
            <a:r>
              <a:rPr lang="en-IN" sz="3200" b="1" i="1" u="none" strike="noStrike">
                <a:solidFill>
                  <a:srgbClr val="000000"/>
                </a:solidFill>
                <a:effectLst/>
                <a:uFillTx/>
                <a:latin typeface="Arial"/>
              </a:rPr>
              <a:t>Key areas covered:</a:t>
            </a:r>
            <a:endParaRPr lang="en-IN" sz="3200" b="0" u="none" strike="noStrike">
              <a:solidFill>
                <a:srgbClr val="000000"/>
              </a:solidFill>
              <a:effectLst/>
              <a:uFillTx/>
              <a:latin typeface="Arial"/>
            </a:endParaRPr>
          </a:p>
          <a:p>
            <a:pPr>
              <a:lnSpc>
                <a:spcPct val="100000"/>
              </a:lnSpc>
            </a:pPr>
            <a:endParaRPr lang="en-IN" sz="3200" b="0" u="none" strike="noStrike">
              <a:solidFill>
                <a:srgbClr val="000000"/>
              </a:solidFill>
              <a:effectLst/>
              <a:uFillTx/>
              <a:latin typeface="Arial"/>
            </a:endParaRPr>
          </a:p>
          <a:p>
            <a:pPr marL="343080" indent="-343080">
              <a:lnSpc>
                <a:spcPct val="100000"/>
              </a:lnSpc>
              <a:buClr>
                <a:srgbClr val="000000"/>
              </a:buClr>
              <a:buFont typeface="Arial"/>
              <a:buChar char="•"/>
            </a:pPr>
            <a:r>
              <a:rPr lang="en-IN" sz="2800" b="1" u="none" strike="noStrike">
                <a:solidFill>
                  <a:srgbClr val="000000"/>
                </a:solidFill>
                <a:effectLst/>
                <a:uFillTx/>
                <a:latin typeface="Arial"/>
              </a:rPr>
              <a:t>Fraud Detection</a:t>
            </a:r>
            <a:r>
              <a:rPr lang="en-IN" sz="2800" b="0" u="none" strike="noStrike">
                <a:solidFill>
                  <a:srgbClr val="000000"/>
                </a:solidFill>
                <a:effectLst/>
                <a:uFillTx/>
                <a:latin typeface="Arial"/>
              </a:rPr>
              <a:t> – Classify transactions as fraudulent or legitimate using XGBoost. </a:t>
            </a:r>
            <a:endParaRPr lang="en-IN" sz="2800" b="0" u="none" strike="noStrike">
              <a:solidFill>
                <a:srgbClr val="000000"/>
              </a:solidFill>
              <a:effectLst/>
              <a:uFillTx/>
              <a:latin typeface="Arial"/>
            </a:endParaRPr>
          </a:p>
          <a:p>
            <a:pPr marL="343080" indent="-343080">
              <a:lnSpc>
                <a:spcPct val="100000"/>
              </a:lnSpc>
              <a:buClr>
                <a:srgbClr val="000000"/>
              </a:buClr>
              <a:buFont typeface="Arial"/>
              <a:buChar char="•"/>
            </a:pPr>
            <a:r>
              <a:rPr lang="en-IN" sz="2800" b="1" u="none" strike="noStrike">
                <a:solidFill>
                  <a:srgbClr val="000000"/>
                </a:solidFill>
                <a:effectLst/>
                <a:uFillTx/>
                <a:latin typeface="Arial"/>
              </a:rPr>
              <a:t>Data Analysis</a:t>
            </a:r>
            <a:r>
              <a:rPr lang="en-IN" sz="2800" b="0" u="none" strike="noStrike">
                <a:solidFill>
                  <a:srgbClr val="000000"/>
                </a:solidFill>
                <a:effectLst/>
                <a:uFillTx/>
                <a:latin typeface="Arial"/>
              </a:rPr>
              <a:t> – Study transaction patterns, distributions, correlations, and important features. </a:t>
            </a:r>
            <a:endParaRPr lang="en-IN" sz="2800" b="0" u="none" strike="noStrike">
              <a:solidFill>
                <a:srgbClr val="000000"/>
              </a:solidFill>
              <a:effectLst/>
              <a:uFillTx/>
              <a:latin typeface="Arial"/>
            </a:endParaRPr>
          </a:p>
          <a:p>
            <a:pPr marL="343080" indent="-343080">
              <a:lnSpc>
                <a:spcPct val="100000"/>
              </a:lnSpc>
              <a:buClr>
                <a:srgbClr val="000000"/>
              </a:buClr>
              <a:buFont typeface="Arial"/>
              <a:buChar char="•"/>
            </a:pPr>
            <a:r>
              <a:rPr lang="en-IN" sz="2800" b="1" u="none" strike="noStrike">
                <a:solidFill>
                  <a:srgbClr val="000000"/>
                </a:solidFill>
                <a:effectLst/>
                <a:uFillTx/>
                <a:latin typeface="Arial"/>
              </a:rPr>
              <a:t>Imbalance Handling</a:t>
            </a:r>
            <a:r>
              <a:rPr lang="en-IN" sz="2800" b="0" u="none" strike="noStrike">
                <a:solidFill>
                  <a:srgbClr val="000000"/>
                </a:solidFill>
                <a:effectLst/>
                <a:uFillTx/>
                <a:latin typeface="Arial"/>
              </a:rPr>
              <a:t> – Use SMOTE to address the low proportion of fraudulent transactions. </a:t>
            </a:r>
            <a:endParaRPr lang="en-IN" sz="2800" b="0" u="none" strike="noStrike">
              <a:solidFill>
                <a:srgbClr val="000000"/>
              </a:solidFill>
              <a:effectLst/>
              <a:uFillTx/>
              <a:latin typeface="Arial"/>
            </a:endParaRPr>
          </a:p>
          <a:p>
            <a:pPr marL="343080" indent="-343080">
              <a:lnSpc>
                <a:spcPct val="100000"/>
              </a:lnSpc>
              <a:buClr>
                <a:srgbClr val="000000"/>
              </a:buClr>
              <a:buFont typeface="Arial"/>
              <a:buChar char="•"/>
            </a:pPr>
            <a:r>
              <a:rPr lang="en-IN" sz="2800" b="1" u="none" strike="noStrike">
                <a:solidFill>
                  <a:srgbClr val="000000"/>
                </a:solidFill>
                <a:effectLst/>
                <a:uFillTx/>
                <a:latin typeface="Arial"/>
              </a:rPr>
              <a:t>Risk Prediction</a:t>
            </a:r>
            <a:r>
              <a:rPr lang="en-IN" sz="2800" b="0" u="none" strike="noStrike">
                <a:solidFill>
                  <a:srgbClr val="000000"/>
                </a:solidFill>
                <a:effectLst/>
                <a:uFillTx/>
                <a:latin typeface="Arial"/>
              </a:rPr>
              <a:t> – Generate fraud probability and risk levels for individual transactions. </a:t>
            </a:r>
            <a:endParaRPr lang="en-IN" sz="2800" b="0" u="none" strike="noStrike">
              <a:solidFill>
                <a:srgbClr val="000000"/>
              </a:solidFill>
              <a:effectLst/>
              <a:uFillTx/>
              <a:latin typeface="Arial"/>
            </a:endParaRPr>
          </a:p>
          <a:p>
            <a:pPr marL="343080" indent="-343080">
              <a:lnSpc>
                <a:spcPct val="100000"/>
              </a:lnSpc>
              <a:buClr>
                <a:srgbClr val="000000"/>
              </a:buClr>
              <a:buFont typeface="Arial"/>
              <a:buChar char="•"/>
            </a:pPr>
            <a:r>
              <a:rPr lang="en-IN" sz="2800" b="1" u="none" strike="noStrike">
                <a:solidFill>
                  <a:srgbClr val="000000"/>
                </a:solidFill>
                <a:effectLst/>
                <a:uFillTx/>
                <a:latin typeface="Arial"/>
              </a:rPr>
              <a:t>Interactive Dashboard</a:t>
            </a:r>
            <a:r>
              <a:rPr lang="en-IN" sz="2800" b="0" u="none" strike="noStrike">
                <a:solidFill>
                  <a:srgbClr val="000000"/>
                </a:solidFill>
                <a:effectLst/>
                <a:uFillTx/>
                <a:latin typeface="Arial"/>
              </a:rPr>
              <a:t> – Visualize fraud trends, model performance, and business insights using Streamlit and Plotly. </a:t>
            </a:r>
            <a:endParaRPr lang="en-IN" sz="2800" b="0" u="none" strike="noStrike">
              <a:solidFill>
                <a:srgbClr val="000000"/>
              </a:solidFill>
              <a:effectLst/>
              <a:uFillTx/>
              <a:latin typeface="Arial"/>
            </a:endParaRPr>
          </a:p>
          <a:p>
            <a:pPr marL="343080" indent="-343080">
              <a:lnSpc>
                <a:spcPct val="100000"/>
              </a:lnSpc>
              <a:buClr>
                <a:srgbClr val="000000"/>
              </a:buClr>
              <a:buFont typeface="Arial"/>
              <a:buChar char="•"/>
            </a:pPr>
            <a:r>
              <a:rPr lang="en-IN" sz="2800" b="1" u="none" strike="noStrike">
                <a:solidFill>
                  <a:srgbClr val="000000"/>
                </a:solidFill>
                <a:effectLst/>
                <a:uFillTx/>
                <a:latin typeface="Arial"/>
              </a:rPr>
              <a:t>Decision Support</a:t>
            </a:r>
            <a:r>
              <a:rPr lang="en-IN" sz="2800" b="0" u="none" strike="noStrike">
                <a:solidFill>
                  <a:srgbClr val="000000"/>
                </a:solidFill>
                <a:effectLst/>
                <a:uFillTx/>
                <a:latin typeface="Arial"/>
              </a:rPr>
              <a:t> – Help fraud investigation and business teams make faster, data-driven decisions.</a:t>
            </a:r>
            <a:endParaRPr lang="en-IN"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2550960" y="550800"/>
            <a:ext cx="13186080" cy="1431720"/>
          </a:xfrm>
          <a:prstGeom prst="rect">
            <a:avLst/>
          </a:prstGeom>
          <a:noFill/>
          <a:ln w="0">
            <a:noFill/>
          </a:ln>
        </p:spPr>
        <p:txBody>
          <a:bodyPr lIns="0" tIns="412200" rIns="0" bIns="0" anchor="t">
            <a:spAutoFit/>
          </a:bodyPr>
          <a:p>
            <a:pPr marL="2023920" indent="0" algn="l">
              <a:lnSpc>
                <a:spcPct val="100000"/>
              </a:lnSpc>
              <a:spcBef>
                <a:spcPts val="105"/>
              </a:spcBef>
              <a:buNone/>
            </a:pPr>
            <a:r>
              <a:rPr lang="en-IN" sz="6600" b="0" u="none" spc="-221" strike="noStrike">
                <a:solidFill>
                  <a:schemeClr val="lt1"/>
                </a:solidFill>
                <a:effectLst/>
                <a:uFillTx/>
                <a:latin typeface="Arial Black"/>
              </a:rPr>
              <a:t>Dataset</a:t>
            </a:r>
            <a:r>
              <a:rPr lang="en-IN" sz="6600" b="0" u="none" spc="-774" strike="noStrike">
                <a:solidFill>
                  <a:schemeClr val="lt1"/>
                </a:solidFill>
                <a:effectLst/>
                <a:uFillTx/>
                <a:latin typeface="Arial Black"/>
              </a:rPr>
              <a:t> </a:t>
            </a:r>
            <a:r>
              <a:rPr lang="en-IN" sz="6600" b="0" u="none" spc="-204" strike="noStrike">
                <a:solidFill>
                  <a:schemeClr val="lt1"/>
                </a:solidFill>
                <a:effectLst/>
                <a:uFillTx/>
                <a:latin typeface="Arial Black"/>
              </a:rPr>
              <a:t>Description</a:t>
            </a:r>
            <a:endParaRPr lang="en-IN" sz="6600" b="0" u="none" strike="noStrike">
              <a:solidFill>
                <a:srgbClr val="000000"/>
              </a:solidFill>
              <a:effectLst/>
              <a:uFillTx/>
              <a:latin typeface="Calibri"/>
            </a:endParaRPr>
          </a:p>
        </p:txBody>
      </p:sp>
      <p:sp>
        <p:nvSpPr>
          <p:cNvPr id="61" name="object 4"/>
          <p:cNvSpPr/>
          <p:nvPr/>
        </p:nvSpPr>
        <p:spPr>
          <a:xfrm>
            <a:off x="591120" y="3336480"/>
            <a:ext cx="1560960" cy="1549080"/>
          </a:xfrm>
          <a:custGeom>
            <a:avLst/>
            <a:gdLst>
              <a:gd name="textAreaLeft" fmla="*/ 0 w 1560960"/>
              <a:gd name="textAreaRight" fmla="*/ 1561320 w 1560960"/>
              <a:gd name="textAreaTop" fmla="*/ 0 h 1549080"/>
              <a:gd name="textAreaBottom" fmla="*/ 1549440 h 1549080"/>
            </a:gdLst>
            <a:ahLst/>
            <a:cxnLst/>
            <a:rect l="textAreaLeft" t="textAreaTop" r="textAreaRight" b="textAreaBottom"/>
            <a:pathLst>
              <a:path w="1561464" h="1549400">
                <a:moveTo>
                  <a:pt x="246494" y="178447"/>
                </a:moveTo>
                <a:lnTo>
                  <a:pt x="22174" y="440143"/>
                </a:lnTo>
                <a:lnTo>
                  <a:pt x="246494" y="440143"/>
                </a:lnTo>
                <a:lnTo>
                  <a:pt x="246494" y="178447"/>
                </a:lnTo>
                <a:close/>
              </a:path>
              <a:path w="1561464" h="1549400">
                <a:moveTo>
                  <a:pt x="1561160" y="38100"/>
                </a:moveTo>
                <a:lnTo>
                  <a:pt x="1557934" y="25400"/>
                </a:lnTo>
                <a:lnTo>
                  <a:pt x="1549133" y="12700"/>
                </a:lnTo>
                <a:lnTo>
                  <a:pt x="1536065" y="0"/>
                </a:lnTo>
                <a:lnTo>
                  <a:pt x="1417370" y="0"/>
                </a:lnTo>
                <a:lnTo>
                  <a:pt x="1417370" y="177800"/>
                </a:lnTo>
                <a:lnTo>
                  <a:pt x="1414360" y="190500"/>
                </a:lnTo>
                <a:lnTo>
                  <a:pt x="1405331" y="203200"/>
                </a:lnTo>
                <a:lnTo>
                  <a:pt x="1323162" y="292100"/>
                </a:lnTo>
                <a:lnTo>
                  <a:pt x="1316723" y="292100"/>
                </a:lnTo>
                <a:lnTo>
                  <a:pt x="1309573" y="304800"/>
                </a:lnTo>
                <a:lnTo>
                  <a:pt x="1278661" y="304800"/>
                </a:lnTo>
                <a:lnTo>
                  <a:pt x="1271511" y="292100"/>
                </a:lnTo>
                <a:lnTo>
                  <a:pt x="1265059" y="292100"/>
                </a:lnTo>
                <a:lnTo>
                  <a:pt x="1223987" y="254000"/>
                </a:lnTo>
                <a:lnTo>
                  <a:pt x="1214958" y="241300"/>
                </a:lnTo>
                <a:lnTo>
                  <a:pt x="1211948" y="215900"/>
                </a:lnTo>
                <a:lnTo>
                  <a:pt x="1214958" y="203200"/>
                </a:lnTo>
                <a:lnTo>
                  <a:pt x="1223987" y="190500"/>
                </a:lnTo>
                <a:lnTo>
                  <a:pt x="1237576" y="177800"/>
                </a:lnTo>
                <a:lnTo>
                  <a:pt x="1268488" y="177800"/>
                </a:lnTo>
                <a:lnTo>
                  <a:pt x="1282077" y="190500"/>
                </a:lnTo>
                <a:lnTo>
                  <a:pt x="1294117" y="203200"/>
                </a:lnTo>
                <a:lnTo>
                  <a:pt x="1320673" y="177800"/>
                </a:lnTo>
                <a:lnTo>
                  <a:pt x="1347228" y="152400"/>
                </a:lnTo>
                <a:lnTo>
                  <a:pt x="1360830" y="139700"/>
                </a:lnTo>
                <a:lnTo>
                  <a:pt x="1391742" y="139700"/>
                </a:lnTo>
                <a:lnTo>
                  <a:pt x="1405331" y="152400"/>
                </a:lnTo>
                <a:lnTo>
                  <a:pt x="1414360" y="165100"/>
                </a:lnTo>
                <a:lnTo>
                  <a:pt x="1417370" y="177800"/>
                </a:lnTo>
                <a:lnTo>
                  <a:pt x="1417370" y="0"/>
                </a:lnTo>
                <a:lnTo>
                  <a:pt x="1093254" y="0"/>
                </a:lnTo>
                <a:lnTo>
                  <a:pt x="1080198" y="12700"/>
                </a:lnTo>
                <a:lnTo>
                  <a:pt x="1071384" y="25400"/>
                </a:lnTo>
                <a:lnTo>
                  <a:pt x="1068158" y="38100"/>
                </a:lnTo>
                <a:lnTo>
                  <a:pt x="1068158" y="165100"/>
                </a:lnTo>
                <a:lnTo>
                  <a:pt x="915860" y="165100"/>
                </a:lnTo>
                <a:lnTo>
                  <a:pt x="907059" y="177800"/>
                </a:lnTo>
                <a:lnTo>
                  <a:pt x="903833" y="203200"/>
                </a:lnTo>
                <a:lnTo>
                  <a:pt x="903833" y="736600"/>
                </a:lnTo>
                <a:lnTo>
                  <a:pt x="821664" y="736600"/>
                </a:lnTo>
                <a:lnTo>
                  <a:pt x="821664" y="203200"/>
                </a:lnTo>
                <a:lnTo>
                  <a:pt x="818438" y="177800"/>
                </a:lnTo>
                <a:lnTo>
                  <a:pt x="809625" y="165100"/>
                </a:lnTo>
                <a:lnTo>
                  <a:pt x="657326" y="165100"/>
                </a:lnTo>
                <a:lnTo>
                  <a:pt x="657326" y="368300"/>
                </a:lnTo>
                <a:lnTo>
                  <a:pt x="657326" y="533400"/>
                </a:lnTo>
                <a:lnTo>
                  <a:pt x="657326" y="698500"/>
                </a:lnTo>
                <a:lnTo>
                  <a:pt x="657326" y="863600"/>
                </a:lnTo>
                <a:lnTo>
                  <a:pt x="657326" y="1016000"/>
                </a:lnTo>
                <a:lnTo>
                  <a:pt x="657326" y="1181100"/>
                </a:lnTo>
                <a:lnTo>
                  <a:pt x="654100" y="1206500"/>
                </a:lnTo>
                <a:lnTo>
                  <a:pt x="645299" y="1219200"/>
                </a:lnTo>
                <a:lnTo>
                  <a:pt x="632231" y="1219200"/>
                </a:lnTo>
                <a:lnTo>
                  <a:pt x="616242" y="1231900"/>
                </a:lnTo>
                <a:lnTo>
                  <a:pt x="205409" y="1231900"/>
                </a:lnTo>
                <a:lnTo>
                  <a:pt x="189420" y="1219200"/>
                </a:lnTo>
                <a:lnTo>
                  <a:pt x="176364" y="1219200"/>
                </a:lnTo>
                <a:lnTo>
                  <a:pt x="167563" y="1206500"/>
                </a:lnTo>
                <a:lnTo>
                  <a:pt x="164338" y="1181100"/>
                </a:lnTo>
                <a:lnTo>
                  <a:pt x="167563" y="1168400"/>
                </a:lnTo>
                <a:lnTo>
                  <a:pt x="176364" y="1155700"/>
                </a:lnTo>
                <a:lnTo>
                  <a:pt x="189420" y="1143000"/>
                </a:lnTo>
                <a:lnTo>
                  <a:pt x="632231" y="1143000"/>
                </a:lnTo>
                <a:lnTo>
                  <a:pt x="645299" y="1155700"/>
                </a:lnTo>
                <a:lnTo>
                  <a:pt x="654100" y="1168400"/>
                </a:lnTo>
                <a:lnTo>
                  <a:pt x="657326" y="1181100"/>
                </a:lnTo>
                <a:lnTo>
                  <a:pt x="657326" y="1016000"/>
                </a:lnTo>
                <a:lnTo>
                  <a:pt x="654100" y="1041400"/>
                </a:lnTo>
                <a:lnTo>
                  <a:pt x="645299" y="1054100"/>
                </a:lnTo>
                <a:lnTo>
                  <a:pt x="632231" y="1054100"/>
                </a:lnTo>
                <a:lnTo>
                  <a:pt x="616242" y="1066800"/>
                </a:lnTo>
                <a:lnTo>
                  <a:pt x="205409" y="1066800"/>
                </a:lnTo>
                <a:lnTo>
                  <a:pt x="189420" y="1054100"/>
                </a:lnTo>
                <a:lnTo>
                  <a:pt x="176364" y="1054100"/>
                </a:lnTo>
                <a:lnTo>
                  <a:pt x="167563" y="1041400"/>
                </a:lnTo>
                <a:lnTo>
                  <a:pt x="164338" y="1016000"/>
                </a:lnTo>
                <a:lnTo>
                  <a:pt x="167563" y="1003300"/>
                </a:lnTo>
                <a:lnTo>
                  <a:pt x="176364" y="990600"/>
                </a:lnTo>
                <a:lnTo>
                  <a:pt x="189420" y="977900"/>
                </a:lnTo>
                <a:lnTo>
                  <a:pt x="632231" y="977900"/>
                </a:lnTo>
                <a:lnTo>
                  <a:pt x="645299" y="990600"/>
                </a:lnTo>
                <a:lnTo>
                  <a:pt x="654100" y="1003300"/>
                </a:lnTo>
                <a:lnTo>
                  <a:pt x="657326" y="1016000"/>
                </a:lnTo>
                <a:lnTo>
                  <a:pt x="657326" y="863600"/>
                </a:lnTo>
                <a:lnTo>
                  <a:pt x="654100" y="876300"/>
                </a:lnTo>
                <a:lnTo>
                  <a:pt x="645299" y="889000"/>
                </a:lnTo>
                <a:lnTo>
                  <a:pt x="632231" y="889000"/>
                </a:lnTo>
                <a:lnTo>
                  <a:pt x="616242" y="901700"/>
                </a:lnTo>
                <a:lnTo>
                  <a:pt x="205409" y="901700"/>
                </a:lnTo>
                <a:lnTo>
                  <a:pt x="189420" y="889000"/>
                </a:lnTo>
                <a:lnTo>
                  <a:pt x="176364" y="889000"/>
                </a:lnTo>
                <a:lnTo>
                  <a:pt x="167563" y="876300"/>
                </a:lnTo>
                <a:lnTo>
                  <a:pt x="164338" y="863600"/>
                </a:lnTo>
                <a:lnTo>
                  <a:pt x="167563" y="838200"/>
                </a:lnTo>
                <a:lnTo>
                  <a:pt x="176364" y="825500"/>
                </a:lnTo>
                <a:lnTo>
                  <a:pt x="189420" y="825500"/>
                </a:lnTo>
                <a:lnTo>
                  <a:pt x="205409" y="812800"/>
                </a:lnTo>
                <a:lnTo>
                  <a:pt x="616242" y="812800"/>
                </a:lnTo>
                <a:lnTo>
                  <a:pt x="632231" y="825500"/>
                </a:lnTo>
                <a:lnTo>
                  <a:pt x="645299" y="825500"/>
                </a:lnTo>
                <a:lnTo>
                  <a:pt x="654100" y="838200"/>
                </a:lnTo>
                <a:lnTo>
                  <a:pt x="657326" y="863600"/>
                </a:lnTo>
                <a:lnTo>
                  <a:pt x="657326" y="698500"/>
                </a:lnTo>
                <a:lnTo>
                  <a:pt x="654100" y="711200"/>
                </a:lnTo>
                <a:lnTo>
                  <a:pt x="645299" y="723900"/>
                </a:lnTo>
                <a:lnTo>
                  <a:pt x="632231" y="736600"/>
                </a:lnTo>
                <a:lnTo>
                  <a:pt x="189420" y="736600"/>
                </a:lnTo>
                <a:lnTo>
                  <a:pt x="176364" y="723900"/>
                </a:lnTo>
                <a:lnTo>
                  <a:pt x="167563" y="711200"/>
                </a:lnTo>
                <a:lnTo>
                  <a:pt x="164338" y="698500"/>
                </a:lnTo>
                <a:lnTo>
                  <a:pt x="167563" y="673100"/>
                </a:lnTo>
                <a:lnTo>
                  <a:pt x="176364" y="660400"/>
                </a:lnTo>
                <a:lnTo>
                  <a:pt x="189420" y="660400"/>
                </a:lnTo>
                <a:lnTo>
                  <a:pt x="205409" y="647700"/>
                </a:lnTo>
                <a:lnTo>
                  <a:pt x="616242" y="647700"/>
                </a:lnTo>
                <a:lnTo>
                  <a:pt x="632231" y="660400"/>
                </a:lnTo>
                <a:lnTo>
                  <a:pt x="645299" y="660400"/>
                </a:lnTo>
                <a:lnTo>
                  <a:pt x="654100" y="673100"/>
                </a:lnTo>
                <a:lnTo>
                  <a:pt x="657326" y="698500"/>
                </a:lnTo>
                <a:lnTo>
                  <a:pt x="657326" y="533400"/>
                </a:lnTo>
                <a:lnTo>
                  <a:pt x="654100" y="546100"/>
                </a:lnTo>
                <a:lnTo>
                  <a:pt x="645299" y="558800"/>
                </a:lnTo>
                <a:lnTo>
                  <a:pt x="632231" y="571500"/>
                </a:lnTo>
                <a:lnTo>
                  <a:pt x="435914" y="571500"/>
                </a:lnTo>
                <a:lnTo>
                  <a:pt x="422859" y="558800"/>
                </a:lnTo>
                <a:lnTo>
                  <a:pt x="414058" y="546100"/>
                </a:lnTo>
                <a:lnTo>
                  <a:pt x="410832" y="533400"/>
                </a:lnTo>
                <a:lnTo>
                  <a:pt x="414058" y="508000"/>
                </a:lnTo>
                <a:lnTo>
                  <a:pt x="422859" y="495300"/>
                </a:lnTo>
                <a:lnTo>
                  <a:pt x="435914" y="495300"/>
                </a:lnTo>
                <a:lnTo>
                  <a:pt x="451916" y="482600"/>
                </a:lnTo>
                <a:lnTo>
                  <a:pt x="616242" y="482600"/>
                </a:lnTo>
                <a:lnTo>
                  <a:pt x="632231" y="495300"/>
                </a:lnTo>
                <a:lnTo>
                  <a:pt x="645299" y="495300"/>
                </a:lnTo>
                <a:lnTo>
                  <a:pt x="654100" y="508000"/>
                </a:lnTo>
                <a:lnTo>
                  <a:pt x="657326" y="533400"/>
                </a:lnTo>
                <a:lnTo>
                  <a:pt x="657326" y="368300"/>
                </a:lnTo>
                <a:lnTo>
                  <a:pt x="654100" y="381000"/>
                </a:lnTo>
                <a:lnTo>
                  <a:pt x="645299" y="393700"/>
                </a:lnTo>
                <a:lnTo>
                  <a:pt x="632231" y="406400"/>
                </a:lnTo>
                <a:lnTo>
                  <a:pt x="435914" y="406400"/>
                </a:lnTo>
                <a:lnTo>
                  <a:pt x="422859" y="393700"/>
                </a:lnTo>
                <a:lnTo>
                  <a:pt x="414058" y="381000"/>
                </a:lnTo>
                <a:lnTo>
                  <a:pt x="410832" y="368300"/>
                </a:lnTo>
                <a:lnTo>
                  <a:pt x="414058" y="342900"/>
                </a:lnTo>
                <a:lnTo>
                  <a:pt x="422859" y="330200"/>
                </a:lnTo>
                <a:lnTo>
                  <a:pt x="435914" y="330200"/>
                </a:lnTo>
                <a:lnTo>
                  <a:pt x="451916" y="317500"/>
                </a:lnTo>
                <a:lnTo>
                  <a:pt x="616242" y="317500"/>
                </a:lnTo>
                <a:lnTo>
                  <a:pt x="632231" y="330200"/>
                </a:lnTo>
                <a:lnTo>
                  <a:pt x="645299" y="330200"/>
                </a:lnTo>
                <a:lnTo>
                  <a:pt x="654100" y="342900"/>
                </a:lnTo>
                <a:lnTo>
                  <a:pt x="657326" y="368300"/>
                </a:lnTo>
                <a:lnTo>
                  <a:pt x="657326" y="165100"/>
                </a:lnTo>
                <a:lnTo>
                  <a:pt x="328663" y="165100"/>
                </a:lnTo>
                <a:lnTo>
                  <a:pt x="328663" y="482600"/>
                </a:lnTo>
                <a:lnTo>
                  <a:pt x="325437" y="508000"/>
                </a:lnTo>
                <a:lnTo>
                  <a:pt x="316636" y="520700"/>
                </a:lnTo>
                <a:lnTo>
                  <a:pt x="303568" y="520700"/>
                </a:lnTo>
                <a:lnTo>
                  <a:pt x="287578" y="533400"/>
                </a:lnTo>
                <a:lnTo>
                  <a:pt x="0" y="533400"/>
                </a:lnTo>
                <a:lnTo>
                  <a:pt x="0" y="1346200"/>
                </a:lnTo>
                <a:lnTo>
                  <a:pt x="3225" y="1371600"/>
                </a:lnTo>
                <a:lnTo>
                  <a:pt x="12026" y="1384300"/>
                </a:lnTo>
                <a:lnTo>
                  <a:pt x="25082" y="1384300"/>
                </a:lnTo>
                <a:lnTo>
                  <a:pt x="41084" y="1397000"/>
                </a:lnTo>
                <a:lnTo>
                  <a:pt x="780580" y="1397000"/>
                </a:lnTo>
                <a:lnTo>
                  <a:pt x="796569" y="1384300"/>
                </a:lnTo>
                <a:lnTo>
                  <a:pt x="809625" y="1384300"/>
                </a:lnTo>
                <a:lnTo>
                  <a:pt x="818438" y="1371600"/>
                </a:lnTo>
                <a:lnTo>
                  <a:pt x="821664" y="1346200"/>
                </a:lnTo>
                <a:lnTo>
                  <a:pt x="821664" y="1231900"/>
                </a:lnTo>
                <a:lnTo>
                  <a:pt x="821664" y="1143000"/>
                </a:lnTo>
                <a:lnTo>
                  <a:pt x="821664" y="1066800"/>
                </a:lnTo>
                <a:lnTo>
                  <a:pt x="821664" y="977900"/>
                </a:lnTo>
                <a:lnTo>
                  <a:pt x="821664" y="901700"/>
                </a:lnTo>
                <a:lnTo>
                  <a:pt x="821664" y="812800"/>
                </a:lnTo>
                <a:lnTo>
                  <a:pt x="903833" y="812800"/>
                </a:lnTo>
                <a:lnTo>
                  <a:pt x="903833" y="1346200"/>
                </a:lnTo>
                <a:lnTo>
                  <a:pt x="907059" y="1371600"/>
                </a:lnTo>
                <a:lnTo>
                  <a:pt x="915860" y="1384300"/>
                </a:lnTo>
                <a:lnTo>
                  <a:pt x="928916" y="1384300"/>
                </a:lnTo>
                <a:lnTo>
                  <a:pt x="944918" y="1397000"/>
                </a:lnTo>
                <a:lnTo>
                  <a:pt x="1068158" y="1397000"/>
                </a:lnTo>
                <a:lnTo>
                  <a:pt x="1068158" y="1511300"/>
                </a:lnTo>
                <a:lnTo>
                  <a:pt x="1071384" y="1536700"/>
                </a:lnTo>
                <a:lnTo>
                  <a:pt x="1080198" y="1549400"/>
                </a:lnTo>
                <a:lnTo>
                  <a:pt x="1549133" y="1549400"/>
                </a:lnTo>
                <a:lnTo>
                  <a:pt x="1557934" y="1536700"/>
                </a:lnTo>
                <a:lnTo>
                  <a:pt x="1561160" y="1511300"/>
                </a:lnTo>
                <a:lnTo>
                  <a:pt x="1561160" y="1409700"/>
                </a:lnTo>
                <a:lnTo>
                  <a:pt x="1561160" y="1244600"/>
                </a:lnTo>
                <a:lnTo>
                  <a:pt x="1561160" y="1143000"/>
                </a:lnTo>
                <a:lnTo>
                  <a:pt x="1557934" y="1130300"/>
                </a:lnTo>
                <a:lnTo>
                  <a:pt x="1549133" y="1117600"/>
                </a:lnTo>
                <a:lnTo>
                  <a:pt x="1536065" y="1104900"/>
                </a:lnTo>
                <a:lnTo>
                  <a:pt x="1417370" y="1104900"/>
                </a:lnTo>
                <a:lnTo>
                  <a:pt x="1417370" y="1282700"/>
                </a:lnTo>
                <a:lnTo>
                  <a:pt x="1414360" y="1308100"/>
                </a:lnTo>
                <a:lnTo>
                  <a:pt x="1405331" y="1320800"/>
                </a:lnTo>
                <a:lnTo>
                  <a:pt x="1323162" y="1397000"/>
                </a:lnTo>
                <a:lnTo>
                  <a:pt x="1316723" y="1409700"/>
                </a:lnTo>
                <a:lnTo>
                  <a:pt x="1271511" y="1409700"/>
                </a:lnTo>
                <a:lnTo>
                  <a:pt x="1265059" y="1397000"/>
                </a:lnTo>
                <a:lnTo>
                  <a:pt x="1223987" y="1358900"/>
                </a:lnTo>
                <a:lnTo>
                  <a:pt x="1214958" y="1346200"/>
                </a:lnTo>
                <a:lnTo>
                  <a:pt x="1211948" y="1333500"/>
                </a:lnTo>
                <a:lnTo>
                  <a:pt x="1214958" y="1308100"/>
                </a:lnTo>
                <a:lnTo>
                  <a:pt x="1223987" y="1295400"/>
                </a:lnTo>
                <a:lnTo>
                  <a:pt x="1237576" y="1295400"/>
                </a:lnTo>
                <a:lnTo>
                  <a:pt x="1253032" y="1282700"/>
                </a:lnTo>
                <a:lnTo>
                  <a:pt x="1268488" y="1295400"/>
                </a:lnTo>
                <a:lnTo>
                  <a:pt x="1282077" y="1295400"/>
                </a:lnTo>
                <a:lnTo>
                  <a:pt x="1294117" y="1308100"/>
                </a:lnTo>
                <a:lnTo>
                  <a:pt x="1320673" y="1282700"/>
                </a:lnTo>
                <a:lnTo>
                  <a:pt x="1347228" y="1257300"/>
                </a:lnTo>
                <a:lnTo>
                  <a:pt x="1360830" y="1244600"/>
                </a:lnTo>
                <a:lnTo>
                  <a:pt x="1391742" y="1244600"/>
                </a:lnTo>
                <a:lnTo>
                  <a:pt x="1405331" y="1257300"/>
                </a:lnTo>
                <a:lnTo>
                  <a:pt x="1414360" y="1270000"/>
                </a:lnTo>
                <a:lnTo>
                  <a:pt x="1417370" y="1282700"/>
                </a:lnTo>
                <a:lnTo>
                  <a:pt x="1417370" y="1104900"/>
                </a:lnTo>
                <a:lnTo>
                  <a:pt x="1093254" y="1104900"/>
                </a:lnTo>
                <a:lnTo>
                  <a:pt x="1080198" y="1117600"/>
                </a:lnTo>
                <a:lnTo>
                  <a:pt x="1071384" y="1130300"/>
                </a:lnTo>
                <a:lnTo>
                  <a:pt x="1068158" y="1143000"/>
                </a:lnTo>
                <a:lnTo>
                  <a:pt x="1068158" y="1308100"/>
                </a:lnTo>
                <a:lnTo>
                  <a:pt x="986002" y="1308100"/>
                </a:lnTo>
                <a:lnTo>
                  <a:pt x="986002" y="812800"/>
                </a:lnTo>
                <a:lnTo>
                  <a:pt x="1068158" y="812800"/>
                </a:lnTo>
                <a:lnTo>
                  <a:pt x="1068158" y="965200"/>
                </a:lnTo>
                <a:lnTo>
                  <a:pt x="1071384" y="977900"/>
                </a:lnTo>
                <a:lnTo>
                  <a:pt x="1080198" y="990600"/>
                </a:lnTo>
                <a:lnTo>
                  <a:pt x="1093254" y="1003300"/>
                </a:lnTo>
                <a:lnTo>
                  <a:pt x="1536065" y="1003300"/>
                </a:lnTo>
                <a:lnTo>
                  <a:pt x="1549133" y="990600"/>
                </a:lnTo>
                <a:lnTo>
                  <a:pt x="1557934" y="977900"/>
                </a:lnTo>
                <a:lnTo>
                  <a:pt x="1561160" y="965200"/>
                </a:lnTo>
                <a:lnTo>
                  <a:pt x="1561160" y="863600"/>
                </a:lnTo>
                <a:lnTo>
                  <a:pt x="1561160" y="698500"/>
                </a:lnTo>
                <a:lnTo>
                  <a:pt x="1561160" y="584200"/>
                </a:lnTo>
                <a:lnTo>
                  <a:pt x="1557934" y="571500"/>
                </a:lnTo>
                <a:lnTo>
                  <a:pt x="1549133" y="558800"/>
                </a:lnTo>
                <a:lnTo>
                  <a:pt x="1536065" y="546100"/>
                </a:lnTo>
                <a:lnTo>
                  <a:pt x="1417370" y="546100"/>
                </a:lnTo>
                <a:lnTo>
                  <a:pt x="1417370" y="736600"/>
                </a:lnTo>
                <a:lnTo>
                  <a:pt x="1414360" y="749300"/>
                </a:lnTo>
                <a:lnTo>
                  <a:pt x="1405331" y="762000"/>
                </a:lnTo>
                <a:lnTo>
                  <a:pt x="1323162" y="850900"/>
                </a:lnTo>
                <a:lnTo>
                  <a:pt x="1301965" y="850900"/>
                </a:lnTo>
                <a:lnTo>
                  <a:pt x="1294117" y="863600"/>
                </a:lnTo>
                <a:lnTo>
                  <a:pt x="1286268" y="850900"/>
                </a:lnTo>
                <a:lnTo>
                  <a:pt x="1265059" y="850900"/>
                </a:lnTo>
                <a:lnTo>
                  <a:pt x="1234249" y="812800"/>
                </a:lnTo>
                <a:lnTo>
                  <a:pt x="1223987" y="800100"/>
                </a:lnTo>
                <a:lnTo>
                  <a:pt x="1214958" y="787400"/>
                </a:lnTo>
                <a:lnTo>
                  <a:pt x="1211948" y="774700"/>
                </a:lnTo>
                <a:lnTo>
                  <a:pt x="1214958" y="762000"/>
                </a:lnTo>
                <a:lnTo>
                  <a:pt x="1223987" y="749300"/>
                </a:lnTo>
                <a:lnTo>
                  <a:pt x="1237576" y="736600"/>
                </a:lnTo>
                <a:lnTo>
                  <a:pt x="1268488" y="736600"/>
                </a:lnTo>
                <a:lnTo>
                  <a:pt x="1282077" y="749300"/>
                </a:lnTo>
                <a:lnTo>
                  <a:pt x="1294117" y="762000"/>
                </a:lnTo>
                <a:lnTo>
                  <a:pt x="1347228" y="711200"/>
                </a:lnTo>
                <a:lnTo>
                  <a:pt x="1360830" y="698500"/>
                </a:lnTo>
                <a:lnTo>
                  <a:pt x="1391742" y="698500"/>
                </a:lnTo>
                <a:lnTo>
                  <a:pt x="1405331" y="711200"/>
                </a:lnTo>
                <a:lnTo>
                  <a:pt x="1414360" y="723900"/>
                </a:lnTo>
                <a:lnTo>
                  <a:pt x="1417370" y="736600"/>
                </a:lnTo>
                <a:lnTo>
                  <a:pt x="1417370" y="546100"/>
                </a:lnTo>
                <a:lnTo>
                  <a:pt x="1093254" y="546100"/>
                </a:lnTo>
                <a:lnTo>
                  <a:pt x="1080198" y="558800"/>
                </a:lnTo>
                <a:lnTo>
                  <a:pt x="1071384" y="571500"/>
                </a:lnTo>
                <a:lnTo>
                  <a:pt x="1068158" y="584200"/>
                </a:lnTo>
                <a:lnTo>
                  <a:pt x="1068158" y="736600"/>
                </a:lnTo>
                <a:lnTo>
                  <a:pt x="986002" y="736600"/>
                </a:lnTo>
                <a:lnTo>
                  <a:pt x="986002" y="241300"/>
                </a:lnTo>
                <a:lnTo>
                  <a:pt x="1068158" y="241300"/>
                </a:lnTo>
                <a:lnTo>
                  <a:pt x="1068158" y="406400"/>
                </a:lnTo>
                <a:lnTo>
                  <a:pt x="1071384" y="419100"/>
                </a:lnTo>
                <a:lnTo>
                  <a:pt x="1080198" y="431800"/>
                </a:lnTo>
                <a:lnTo>
                  <a:pt x="1093254" y="444500"/>
                </a:lnTo>
                <a:lnTo>
                  <a:pt x="1536065" y="444500"/>
                </a:lnTo>
                <a:lnTo>
                  <a:pt x="1549133" y="431800"/>
                </a:lnTo>
                <a:lnTo>
                  <a:pt x="1557934" y="419100"/>
                </a:lnTo>
                <a:lnTo>
                  <a:pt x="1561160" y="406400"/>
                </a:lnTo>
                <a:lnTo>
                  <a:pt x="1561160" y="304800"/>
                </a:lnTo>
                <a:lnTo>
                  <a:pt x="1561160" y="139700"/>
                </a:lnTo>
                <a:lnTo>
                  <a:pt x="1561160" y="38100"/>
                </a:lnTo>
                <a:close/>
              </a:path>
            </a:pathLst>
          </a:custGeom>
          <a:solidFill>
            <a:srgbClr val="000000"/>
          </a:solidFill>
          <a:ln w="0">
            <a:noFill/>
          </a:ln>
        </p:spPr>
        <p:style>
          <a:lnRef idx="0"/>
          <a:fillRef idx="0"/>
          <a:effectRef idx="0"/>
          <a:fontRef idx="minor"/>
        </p:style>
        <p:txBody>
          <a:bodyPr lIns="0" tIns="0" rIns="0" bIns="0" anchor="t">
            <a:noAutofit/>
          </a:bodyPr>
          <a:p>
            <a:endParaRPr lang="en-IN" sz="1800" b="0" u="none" strike="noStrike">
              <a:solidFill>
                <a:srgbClr val="FFFFFF"/>
              </a:solidFill>
              <a:effectLst/>
              <a:uFillTx/>
              <a:latin typeface="Arial"/>
            </a:endParaRPr>
          </a:p>
        </p:txBody>
      </p:sp>
      <p:sp>
        <p:nvSpPr>
          <p:cNvPr id="62" name="object 3"/>
          <p:cNvSpPr/>
          <p:nvPr/>
        </p:nvSpPr>
        <p:spPr>
          <a:xfrm>
            <a:off x="2550960" y="2933640"/>
            <a:ext cx="15054120" cy="951840"/>
          </a:xfrm>
          <a:prstGeom prst="rect">
            <a:avLst/>
          </a:prstGeom>
          <a:noFill/>
          <a:ln w="0">
            <a:noFill/>
          </a:ln>
        </p:spPr>
        <p:style>
          <a:lnRef idx="0"/>
          <a:fillRef idx="0"/>
          <a:effectRef idx="0"/>
          <a:fontRef idx="minor"/>
        </p:style>
        <p:txBody>
          <a:bodyPr lIns="0" tIns="89640" rIns="0" bIns="0" anchor="t">
            <a:spAutoFit/>
          </a:bodyPr>
          <a:p>
            <a:pPr marL="12600">
              <a:lnSpc>
                <a:spcPct val="100000"/>
              </a:lnSpc>
              <a:spcBef>
                <a:spcPts val="706"/>
              </a:spcBef>
            </a:pPr>
            <a:r>
              <a:rPr lang="en-IN" sz="2800" b="0" u="none" strike="noStrike">
                <a:solidFill>
                  <a:srgbClr val="000000"/>
                </a:solidFill>
                <a:effectLst/>
                <a:uFillTx/>
                <a:latin typeface="Arial"/>
              </a:rPr>
              <a:t>The dataset contains real-world credit card transaction records used to identify fraudulent and legitimate transactions.</a:t>
            </a:r>
            <a:endParaRPr lang="en-IN" sz="2800" b="0" u="none" strike="noStrike">
              <a:solidFill>
                <a:srgbClr val="000000"/>
              </a:solidFill>
              <a:effectLst/>
              <a:uFillTx/>
              <a:latin typeface="Arial"/>
            </a:endParaRPr>
          </a:p>
        </p:txBody>
      </p:sp>
      <p:graphicFrame>
        <p:nvGraphicFramePr>
          <p:cNvPr id="63" name="Table 4"/>
          <p:cNvGraphicFramePr/>
          <p:nvPr/>
        </p:nvGraphicFramePr>
        <p:xfrm>
          <a:off x="2819520" y="4353840"/>
          <a:ext cx="13455360" cy="5409720"/>
        </p:xfrm>
        <a:graphic>
          <a:graphicData uri="http://schemas.openxmlformats.org/drawingml/2006/table">
            <a:tbl>
              <a:tblPr/>
              <a:tblGrid>
                <a:gridCol w="6748200"/>
                <a:gridCol w="6707160"/>
              </a:tblGrid>
              <a:tr h="801360">
                <a:tc>
                  <a:txBody>
                    <a:bodyPr anchor="ctr">
                      <a:noAutofit/>
                    </a:bodyPr>
                    <a:p>
                      <a:pPr algn="ctr">
                        <a:lnSpc>
                          <a:spcPct val="100000"/>
                        </a:lnSpc>
                      </a:pPr>
                      <a:r>
                        <a:rPr lang="en-IN" sz="3200" b="1" u="none" strike="noStrike">
                          <a:solidFill>
                            <a:schemeClr val="lt1"/>
                          </a:solidFill>
                          <a:effectLst/>
                          <a:uFillTx/>
                          <a:latin typeface="Calibri"/>
                        </a:rPr>
                        <a:t>Attribute</a:t>
                      </a:r>
                      <a:endParaRPr lang="en-IN" sz="3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a:txBody>
                    <a:bodyPr anchor="ctr">
                      <a:noAutofit/>
                    </a:bodyPr>
                    <a:p>
                      <a:pPr algn="ctr">
                        <a:lnSpc>
                          <a:spcPct val="100000"/>
                        </a:lnSpc>
                      </a:pPr>
                      <a:r>
                        <a:rPr lang="en-IN" sz="3200" b="1" u="none" strike="noStrike">
                          <a:solidFill>
                            <a:schemeClr val="lt1"/>
                          </a:solidFill>
                          <a:effectLst/>
                          <a:uFillTx/>
                          <a:latin typeface="Calibri"/>
                        </a:rPr>
                        <a:t>Details</a:t>
                      </a:r>
                      <a:endParaRPr lang="en-IN" sz="3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r>
              <a:tr h="1402560">
                <a:tc>
                  <a:txBody>
                    <a:bodyPr anchor="ctr">
                      <a:noAutofit/>
                    </a:bodyPr>
                    <a:p>
                      <a:pPr>
                        <a:lnSpc>
                          <a:spcPct val="100000"/>
                        </a:lnSpc>
                      </a:pPr>
                      <a:r>
                        <a:rPr lang="en-IN" sz="2800" b="0" u="none" strike="noStrike">
                          <a:solidFill>
                            <a:schemeClr val="dk1"/>
                          </a:solidFill>
                          <a:effectLst/>
                          <a:uFillTx/>
                          <a:latin typeface="Calibri"/>
                        </a:rPr>
                        <a:t>Dataset Source</a:t>
                      </a:r>
                      <a:endParaRPr lang="en-IN" sz="28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20000"/>
                      </a:schemeClr>
                    </a:solidFill>
                  </a:tcPr>
                </a:tc>
                <a:tc>
                  <a:txBody>
                    <a:bodyPr anchor="ctr">
                      <a:noAutofit/>
                    </a:bodyPr>
                    <a:p>
                      <a:pPr>
                        <a:lnSpc>
                          <a:spcPct val="100000"/>
                        </a:lnSpc>
                      </a:pPr>
                      <a:r>
                        <a:rPr lang="en-IN" sz="2800" b="0" u="none" strike="noStrike">
                          <a:solidFill>
                            <a:schemeClr val="dk1"/>
                          </a:solidFill>
                          <a:effectLst/>
                          <a:uFillTx/>
                          <a:latin typeface="Calibri"/>
                        </a:rPr>
                        <a:t>Kaggle – Credit Card Transactions Fraud Detection Dataset by </a:t>
                      </a:r>
                      <a:r>
                        <a:rPr lang="en-IN" sz="2800" b="1" u="none" strike="noStrike">
                          <a:solidFill>
                            <a:schemeClr val="dk1"/>
                          </a:solidFill>
                          <a:effectLst/>
                          <a:uFillTx/>
                          <a:latin typeface="Calibri"/>
                        </a:rPr>
                        <a:t>kartik2112</a:t>
                      </a:r>
                      <a:endParaRPr lang="en-IN" sz="28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20000"/>
                      </a:schemeClr>
                    </a:solidFill>
                  </a:tcPr>
                </a:tc>
              </a:tr>
              <a:tr h="801360">
                <a:tc>
                  <a:txBody>
                    <a:bodyPr anchor="ctr">
                      <a:noAutofit/>
                    </a:bodyPr>
                    <a:p>
                      <a:pPr>
                        <a:lnSpc>
                          <a:spcPct val="100000"/>
                        </a:lnSpc>
                      </a:pPr>
                      <a:r>
                        <a:rPr lang="en-IN" sz="2800" b="0" u="none" strike="noStrike">
                          <a:solidFill>
                            <a:schemeClr val="dk1"/>
                          </a:solidFill>
                          <a:effectLst/>
                          <a:uFillTx/>
                          <a:latin typeface="Calibri"/>
                        </a:rPr>
                        <a:t>Number of Records</a:t>
                      </a:r>
                      <a:endParaRPr lang="en-IN" sz="28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20000"/>
                      </a:schemeClr>
                    </a:solidFill>
                  </a:tcPr>
                </a:tc>
                <a:tc>
                  <a:txBody>
                    <a:bodyPr anchor="ctr">
                      <a:noAutofit/>
                    </a:bodyPr>
                    <a:p>
                      <a:pPr>
                        <a:lnSpc>
                          <a:spcPct val="100000"/>
                        </a:lnSpc>
                      </a:pPr>
                      <a:r>
                        <a:rPr lang="en-IN" sz="2800" b="1" u="none" strike="noStrike">
                          <a:solidFill>
                            <a:schemeClr val="dk1"/>
                          </a:solidFill>
                          <a:effectLst/>
                          <a:uFillTx/>
                          <a:latin typeface="Calibri"/>
                        </a:rPr>
                        <a:t>1,852,394 transactions</a:t>
                      </a:r>
                      <a:endParaRPr lang="en-IN" sz="28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20000"/>
                      </a:schemeClr>
                    </a:solidFill>
                  </a:tcPr>
                </a:tc>
              </a:tr>
              <a:tr h="801360">
                <a:tc>
                  <a:txBody>
                    <a:bodyPr anchor="ctr">
                      <a:noAutofit/>
                    </a:bodyPr>
                    <a:p>
                      <a:pPr>
                        <a:lnSpc>
                          <a:spcPct val="100000"/>
                        </a:lnSpc>
                      </a:pPr>
                      <a:r>
                        <a:rPr lang="en-IN" sz="2800" b="0" u="none" strike="noStrike">
                          <a:solidFill>
                            <a:schemeClr val="dk1"/>
                          </a:solidFill>
                          <a:effectLst/>
                          <a:uFillTx/>
                          <a:latin typeface="Calibri"/>
                        </a:rPr>
                        <a:t>Number of Features</a:t>
                      </a:r>
                      <a:endParaRPr lang="en-IN" sz="28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20000"/>
                      </a:schemeClr>
                    </a:solidFill>
                  </a:tcPr>
                </a:tc>
                <a:tc>
                  <a:txBody>
                    <a:bodyPr anchor="ctr">
                      <a:noAutofit/>
                    </a:bodyPr>
                    <a:p>
                      <a:pPr>
                        <a:lnSpc>
                          <a:spcPct val="100000"/>
                        </a:lnSpc>
                      </a:pPr>
                      <a:r>
                        <a:rPr lang="en-IN" sz="2800" b="1" u="none" strike="noStrike">
                          <a:solidFill>
                            <a:schemeClr val="dk1"/>
                          </a:solidFill>
                          <a:effectLst/>
                          <a:uFillTx/>
                          <a:latin typeface="Calibri"/>
                        </a:rPr>
                        <a:t>23 columns</a:t>
                      </a:r>
                      <a:endParaRPr lang="en-IN" sz="28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20000"/>
                      </a:schemeClr>
                    </a:solidFill>
                  </a:tcPr>
                </a:tc>
              </a:tr>
              <a:tr h="801360">
                <a:tc>
                  <a:txBody>
                    <a:bodyPr anchor="ctr">
                      <a:noAutofit/>
                    </a:bodyPr>
                    <a:p>
                      <a:pPr>
                        <a:lnSpc>
                          <a:spcPct val="100000"/>
                        </a:lnSpc>
                      </a:pPr>
                      <a:r>
                        <a:rPr lang="en-IN" sz="2800" b="0" u="none" strike="noStrike">
                          <a:solidFill>
                            <a:schemeClr val="dk1"/>
                          </a:solidFill>
                          <a:effectLst/>
                          <a:uFillTx/>
                          <a:latin typeface="Calibri"/>
                        </a:rPr>
                        <a:t>Target Variable</a:t>
                      </a:r>
                      <a:endParaRPr lang="en-IN" sz="28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20000"/>
                      </a:schemeClr>
                    </a:solidFill>
                  </a:tcPr>
                </a:tc>
                <a:tc>
                  <a:txBody>
                    <a:bodyPr anchor="ctr">
                      <a:noAutofit/>
                    </a:bodyPr>
                    <a:p>
                      <a:pPr>
                        <a:lnSpc>
                          <a:spcPct val="100000"/>
                        </a:lnSpc>
                      </a:pPr>
                      <a:r>
                        <a:rPr lang="en-IN" sz="2800" b="0" u="none" strike="noStrike">
                          <a:solidFill>
                            <a:schemeClr val="dk1"/>
                          </a:solidFill>
                          <a:effectLst/>
                          <a:uFillTx/>
                          <a:latin typeface="Calibri"/>
                        </a:rPr>
                        <a:t>is_fraud  –  0: Legitimate, 1: Fraudulent</a:t>
                      </a:r>
                      <a:endParaRPr lang="en-IN" sz="28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20000"/>
                      </a:schemeClr>
                    </a:solidFill>
                  </a:tcPr>
                </a:tc>
              </a:tr>
              <a:tr h="801360">
                <a:tc>
                  <a:txBody>
                    <a:bodyPr anchor="ctr">
                      <a:noAutofit/>
                    </a:bodyPr>
                    <a:p>
                      <a:pPr>
                        <a:lnSpc>
                          <a:spcPct val="100000"/>
                        </a:lnSpc>
                      </a:pPr>
                      <a:r>
                        <a:rPr lang="en-IN" sz="2800" b="0" u="none" strike="noStrike">
                          <a:solidFill>
                            <a:schemeClr val="dk1"/>
                          </a:solidFill>
                          <a:effectLst/>
                          <a:uFillTx/>
                          <a:latin typeface="Calibri"/>
                        </a:rPr>
                        <a:t>Data Type</a:t>
                      </a:r>
                      <a:endParaRPr lang="en-IN" sz="28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20000"/>
                      </a:schemeClr>
                    </a:solidFill>
                  </a:tcPr>
                </a:tc>
                <a:tc>
                  <a:txBody>
                    <a:bodyPr anchor="ctr">
                      <a:noAutofit/>
                    </a:bodyPr>
                    <a:p>
                      <a:pPr>
                        <a:lnSpc>
                          <a:spcPct val="100000"/>
                        </a:lnSpc>
                      </a:pPr>
                      <a:r>
                        <a:rPr lang="en-IN" sz="2800" b="1" u="none" strike="noStrike">
                          <a:solidFill>
                            <a:schemeClr val="dk1"/>
                          </a:solidFill>
                          <a:effectLst/>
                          <a:uFillTx/>
                          <a:latin typeface="Calibri"/>
                        </a:rPr>
                        <a:t>Structured </a:t>
                      </a:r>
                      <a:r>
                        <a:rPr lang="en-IN" sz="2800" b="0" u="none" strike="noStrike">
                          <a:solidFill>
                            <a:schemeClr val="dk1"/>
                          </a:solidFill>
                          <a:effectLst/>
                          <a:uFillTx/>
                          <a:latin typeface="Calibri"/>
                        </a:rPr>
                        <a:t>– tabular CSV data</a:t>
                      </a:r>
                      <a:endParaRPr lang="en-IN" sz="28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2550960" y="550800"/>
            <a:ext cx="13186080" cy="1431720"/>
          </a:xfrm>
          <a:prstGeom prst="rect">
            <a:avLst/>
          </a:prstGeom>
          <a:noFill/>
          <a:ln w="0">
            <a:noFill/>
          </a:ln>
        </p:spPr>
        <p:txBody>
          <a:bodyPr lIns="0" tIns="478080" rIns="0" bIns="0" anchor="t">
            <a:spAutoFit/>
          </a:bodyPr>
          <a:p>
            <a:pPr marL="25560" indent="0" algn="l">
              <a:lnSpc>
                <a:spcPct val="100000"/>
              </a:lnSpc>
              <a:spcBef>
                <a:spcPts val="130"/>
              </a:spcBef>
              <a:buNone/>
            </a:pPr>
            <a:r>
              <a:rPr lang="en-IN" sz="5900" b="0" u="none" spc="-181" strike="noStrike">
                <a:solidFill>
                  <a:schemeClr val="lt1"/>
                </a:solidFill>
                <a:effectLst/>
                <a:uFillTx/>
                <a:latin typeface="Arial Black"/>
              </a:rPr>
              <a:t>Methodology(Process</a:t>
            </a:r>
            <a:r>
              <a:rPr lang="en-IN" sz="5900" b="0" u="none" spc="-726" strike="noStrike">
                <a:solidFill>
                  <a:schemeClr val="lt1"/>
                </a:solidFill>
                <a:effectLst/>
                <a:uFillTx/>
                <a:latin typeface="Arial Black"/>
              </a:rPr>
              <a:t> </a:t>
            </a:r>
            <a:r>
              <a:rPr lang="en-IN" sz="5900" b="0" u="none" spc="1046" strike="noStrike">
                <a:solidFill>
                  <a:schemeClr val="lt1"/>
                </a:solidFill>
                <a:effectLst/>
                <a:uFillTx/>
                <a:latin typeface="Arial Black"/>
              </a:rPr>
              <a:t>/</a:t>
            </a:r>
            <a:r>
              <a:rPr lang="en-IN" sz="5900" b="0" u="none" spc="-621" strike="noStrike">
                <a:solidFill>
                  <a:schemeClr val="lt1"/>
                </a:solidFill>
                <a:effectLst/>
                <a:uFillTx/>
                <a:latin typeface="Arial Black"/>
              </a:rPr>
              <a:t> </a:t>
            </a:r>
            <a:r>
              <a:rPr lang="en-IN" sz="5900" b="0" u="none" spc="-31" strike="noStrike">
                <a:solidFill>
                  <a:schemeClr val="lt1"/>
                </a:solidFill>
                <a:effectLst/>
                <a:uFillTx/>
                <a:latin typeface="Arial Black"/>
              </a:rPr>
              <a:t>Workflow)</a:t>
            </a:r>
            <a:endParaRPr lang="en-IN" sz="5900" b="0" u="none" strike="noStrike">
              <a:solidFill>
                <a:srgbClr val="000000"/>
              </a:solidFill>
              <a:effectLst/>
              <a:uFillTx/>
              <a:latin typeface="Calibri"/>
            </a:endParaRPr>
          </a:p>
        </p:txBody>
      </p:sp>
      <p:sp>
        <p:nvSpPr>
          <p:cNvPr id="65" name="object 3"/>
          <p:cNvSpPr/>
          <p:nvPr/>
        </p:nvSpPr>
        <p:spPr>
          <a:xfrm>
            <a:off x="2405520" y="3205080"/>
            <a:ext cx="10014480" cy="3533760"/>
          </a:xfrm>
          <a:prstGeom prst="rect">
            <a:avLst/>
          </a:prstGeom>
          <a:noFill/>
          <a:ln w="0">
            <a:noFill/>
          </a:ln>
        </p:spPr>
        <p:style>
          <a:lnRef idx="0"/>
          <a:fillRef idx="0"/>
          <a:effectRef idx="0"/>
          <a:fontRef idx="minor"/>
        </p:style>
        <p:txBody>
          <a:bodyPr lIns="0" tIns="89640" rIns="0" bIns="0" anchor="t">
            <a:spAutoFit/>
          </a:bodyPr>
          <a:p>
            <a:pPr marL="514440" indent="-514440">
              <a:lnSpc>
                <a:spcPct val="100000"/>
              </a:lnSpc>
              <a:buClr>
                <a:srgbClr val="1F497D"/>
              </a:buClr>
              <a:buFont typeface="OpenSymbol"/>
              <a:buAutoNum type="arabicPeriod"/>
            </a:pPr>
            <a:r>
              <a:rPr lang="en-IN" sz="2800" b="1" u="none" strike="noStrike">
                <a:solidFill>
                  <a:srgbClr val="000000"/>
                </a:solidFill>
                <a:effectLst/>
                <a:uFillTx/>
                <a:latin typeface="Arial"/>
              </a:rPr>
              <a:t>Data Collection</a:t>
            </a:r>
            <a:br>
              <a:rPr sz="2800"/>
            </a:br>
            <a:r>
              <a:rPr lang="en-IN" sz="2300" b="0" u="none" strike="noStrike">
                <a:solidFill>
                  <a:srgbClr val="000000"/>
                </a:solidFill>
                <a:effectLst/>
                <a:uFillTx/>
                <a:latin typeface="Arial"/>
              </a:rPr>
              <a:t>→ Collect the </a:t>
            </a:r>
            <a:r>
              <a:rPr lang="en-IN" sz="2300" b="1" u="none" strike="noStrike">
                <a:solidFill>
                  <a:srgbClr val="000000"/>
                </a:solidFill>
                <a:effectLst/>
                <a:uFillTx/>
                <a:latin typeface="Arial"/>
              </a:rPr>
              <a:t>Kaggle Credit Card Fraud </a:t>
            </a:r>
            <a:r>
              <a:rPr lang="en-IN" sz="2300" b="1" u="none" strike="noStrike">
                <a:solidFill>
                  <a:srgbClr val="000000"/>
                </a:solidFill>
                <a:effectLst/>
                <a:uFillTx/>
                <a:latin typeface="Arial"/>
              </a:rPr>
              <a:t>Detection dataset</a:t>
            </a:r>
            <a:r>
              <a:rPr lang="en-IN" sz="2300" b="0" u="none" strike="noStrike">
                <a:solidFill>
                  <a:srgbClr val="000000"/>
                </a:solidFill>
                <a:effectLst/>
                <a:uFillTx/>
                <a:latin typeface="Arial"/>
              </a:rPr>
              <a:t> containing transaction </a:t>
            </a:r>
            <a:r>
              <a:rPr lang="en-IN" sz="2300" b="0" u="none" strike="noStrike">
                <a:solidFill>
                  <a:srgbClr val="000000"/>
                </a:solidFill>
                <a:effectLst/>
                <a:uFillTx/>
                <a:latin typeface="Arial"/>
              </a:rPr>
              <a:t>and customer-related information.</a:t>
            </a:r>
            <a:endParaRPr lang="en-IN" sz="2300" b="0" u="none" strike="noStrike">
              <a:solidFill>
                <a:srgbClr val="000000"/>
              </a:solidFill>
              <a:effectLst/>
              <a:uFillTx/>
              <a:latin typeface="Arial"/>
            </a:endParaRPr>
          </a:p>
          <a:p>
            <a:pPr>
              <a:lnSpc>
                <a:spcPct val="100000"/>
              </a:lnSpc>
            </a:pPr>
            <a:endParaRPr lang="en-IN" sz="2500" b="0" u="none" strike="noStrike">
              <a:solidFill>
                <a:srgbClr val="000000"/>
              </a:solidFill>
              <a:effectLst/>
              <a:uFillTx/>
              <a:latin typeface="Arial"/>
            </a:endParaRPr>
          </a:p>
          <a:p>
            <a:pPr>
              <a:lnSpc>
                <a:spcPct val="100000"/>
              </a:lnSpc>
            </a:pPr>
            <a:r>
              <a:rPr lang="en-IN" sz="2800" b="1" u="none" strike="noStrike">
                <a:solidFill>
                  <a:srgbClr val="000000"/>
                </a:solidFill>
                <a:effectLst/>
                <a:uFillTx/>
                <a:latin typeface="Arial"/>
              </a:rPr>
              <a:t>2. Data Preprocessing</a:t>
            </a:r>
            <a:br>
              <a:rPr sz="2800"/>
            </a:br>
            <a:r>
              <a:rPr lang="en-IN" sz="2300" b="0" u="none" strike="noStrike">
                <a:solidFill>
                  <a:srgbClr val="000000"/>
                </a:solidFill>
                <a:effectLst/>
                <a:uFillTx/>
                <a:latin typeface="Arial"/>
              </a:rPr>
              <a:t>→ Perform </a:t>
            </a:r>
            <a:r>
              <a:rPr lang="en-IN" sz="2300" b="1" u="none" strike="noStrike">
                <a:solidFill>
                  <a:srgbClr val="000000"/>
                </a:solidFill>
                <a:effectLst/>
                <a:uFillTx/>
                <a:latin typeface="Arial"/>
              </a:rPr>
              <a:t>data quality checks, </a:t>
            </a:r>
            <a:r>
              <a:rPr lang="en-IN" sz="2300" b="1" u="none" strike="noStrike">
                <a:solidFill>
                  <a:srgbClr val="000000"/>
                </a:solidFill>
                <a:effectLst/>
                <a:uFillTx/>
                <a:latin typeface="Arial"/>
              </a:rPr>
              <a:t>missing/duplicate removal, data type </a:t>
            </a:r>
            <a:r>
              <a:rPr lang="en-IN" sz="2300" b="1" u="none" strike="noStrike">
                <a:solidFill>
                  <a:srgbClr val="000000"/>
                </a:solidFill>
                <a:effectLst/>
                <a:uFillTx/>
                <a:latin typeface="Arial"/>
              </a:rPr>
              <a:t>conversion, and outlier detection</a:t>
            </a:r>
            <a:r>
              <a:rPr lang="en-IN" sz="2300" b="0" u="none" strike="noStrike">
                <a:solidFill>
                  <a:srgbClr val="000000"/>
                </a:solidFill>
                <a:effectLst/>
                <a:uFillTx/>
                <a:latin typeface="Arial"/>
              </a:rPr>
              <a:t> to prepare </a:t>
            </a:r>
            <a:r>
              <a:rPr lang="en-IN" sz="2300" b="0" u="none" strike="noStrike">
                <a:solidFill>
                  <a:srgbClr val="000000"/>
                </a:solidFill>
                <a:effectLst/>
                <a:uFillTx/>
                <a:latin typeface="Arial"/>
              </a:rPr>
              <a:t>the transaction data.</a:t>
            </a:r>
            <a:endParaRPr lang="en-IN" sz="2300" b="0" u="none" strike="noStrike">
              <a:solidFill>
                <a:srgbClr val="000000"/>
              </a:solidFill>
              <a:effectLst/>
              <a:uFillTx/>
              <a:latin typeface="Arial"/>
            </a:endParaRPr>
          </a:p>
          <a:p>
            <a:pPr>
              <a:lnSpc>
                <a:spcPct val="100000"/>
              </a:lnSpc>
            </a:pPr>
            <a:endParaRPr lang="en-IN" sz="2500" b="0" u="none" strike="noStrike">
              <a:solidFill>
                <a:srgbClr val="000000"/>
              </a:solidFill>
              <a:effectLst/>
              <a:uFillTx/>
              <a:latin typeface="Arial"/>
            </a:endParaRPr>
          </a:p>
          <a:p>
            <a:pPr>
              <a:lnSpc>
                <a:spcPct val="100000"/>
              </a:lnSpc>
            </a:pPr>
            <a:endParaRPr lang="en-IN" sz="2800" b="0" u="none" strike="noStrike">
              <a:solidFill>
                <a:srgbClr val="000000"/>
              </a:solidFill>
              <a:effectLst/>
              <a:uFillTx/>
              <a:latin typeface="Arial"/>
            </a:endParaRPr>
          </a:p>
        </p:txBody>
      </p:sp>
      <p:pic>
        <p:nvPicPr>
          <p:cNvPr id="66" name="object 4"/>
          <p:cNvPicPr/>
          <p:nvPr/>
        </p:nvPicPr>
        <p:blipFill>
          <a:blip r:embed="rId1"/>
          <a:stretch/>
        </p:blipFill>
        <p:spPr>
          <a:xfrm>
            <a:off x="346320" y="3089520"/>
            <a:ext cx="2058840" cy="2053080"/>
          </a:xfrm>
          <a:prstGeom prst="rect">
            <a:avLst/>
          </a:prstGeom>
          <a:noFill/>
          <a:ln w="0">
            <a:noFill/>
          </a:ln>
        </p:spPr>
      </p:pic>
      <p:sp>
        <p:nvSpPr>
          <p:cNvPr id="67" name="TextBox 7"/>
          <p:cNvSpPr/>
          <p:nvPr/>
        </p:nvSpPr>
        <p:spPr>
          <a:xfrm>
            <a:off x="695880" y="6120000"/>
            <a:ext cx="11544120" cy="46360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IN" sz="2800" b="1" u="none" strike="noStrike">
                <a:solidFill>
                  <a:srgbClr val="000000"/>
                </a:solidFill>
                <a:effectLst/>
                <a:uFillTx/>
                <a:latin typeface="Arial"/>
              </a:rPr>
              <a:t>3. Exploratory Data Analysis (EDA)</a:t>
            </a:r>
            <a:br>
              <a:rPr sz="2800"/>
            </a:br>
            <a:r>
              <a:rPr lang="en-IN" sz="2300" b="0" u="none" strike="noStrike">
                <a:solidFill>
                  <a:srgbClr val="000000"/>
                </a:solidFill>
                <a:effectLst/>
                <a:uFillTx/>
                <a:latin typeface="Arial"/>
              </a:rPr>
              <a:t>→ Analyze </a:t>
            </a:r>
            <a:r>
              <a:rPr lang="en-IN" sz="2300" b="1" u="none" strike="noStrike">
                <a:solidFill>
                  <a:srgbClr val="000000"/>
                </a:solidFill>
                <a:effectLst/>
                <a:uFillTx/>
                <a:latin typeface="Arial"/>
              </a:rPr>
              <a:t>fraud distribution, transaction </a:t>
            </a:r>
            <a:r>
              <a:rPr lang="en-IN" sz="2300" b="1" u="none" strike="noStrike">
                <a:solidFill>
                  <a:srgbClr val="000000"/>
                </a:solidFill>
                <a:effectLst/>
                <a:uFillTx/>
                <a:latin typeface="Arial"/>
              </a:rPr>
              <a:t>amounts, transaction patterns, and feature </a:t>
            </a:r>
            <a:r>
              <a:rPr lang="en-IN" sz="2300" b="1" u="none" strike="noStrike">
                <a:solidFill>
                  <a:srgbClr val="000000"/>
                </a:solidFill>
                <a:effectLst/>
                <a:uFillTx/>
                <a:latin typeface="Arial"/>
              </a:rPr>
              <a:t>relationships</a:t>
            </a:r>
            <a:r>
              <a:rPr lang="en-IN" sz="2300" b="0" u="none" strike="noStrike">
                <a:solidFill>
                  <a:srgbClr val="000000"/>
                </a:solidFill>
                <a:effectLst/>
                <a:uFillTx/>
                <a:latin typeface="Arial"/>
              </a:rPr>
              <a:t> to understand fraudulent </a:t>
            </a:r>
            <a:r>
              <a:rPr lang="en-IN" sz="2300" b="0" u="none" strike="noStrike">
                <a:solidFill>
                  <a:srgbClr val="000000"/>
                </a:solidFill>
                <a:effectLst/>
                <a:uFillTx/>
                <a:latin typeface="Arial"/>
              </a:rPr>
              <a:t>behavior.</a:t>
            </a:r>
            <a:endParaRPr lang="en-IN" sz="2300" b="0" u="none" strike="noStrike">
              <a:solidFill>
                <a:srgbClr val="000000"/>
              </a:solidFill>
              <a:effectLst/>
              <a:uFillTx/>
              <a:latin typeface="Arial"/>
            </a:endParaRPr>
          </a:p>
          <a:p>
            <a:pPr>
              <a:lnSpc>
                <a:spcPct val="100000"/>
              </a:lnSpc>
            </a:pPr>
            <a:endParaRPr lang="en-IN" sz="2500" b="0" u="none" strike="noStrike">
              <a:solidFill>
                <a:srgbClr val="000000"/>
              </a:solidFill>
              <a:effectLst/>
              <a:uFillTx/>
              <a:latin typeface="Arial"/>
            </a:endParaRPr>
          </a:p>
          <a:p>
            <a:pPr>
              <a:lnSpc>
                <a:spcPct val="100000"/>
              </a:lnSpc>
            </a:pPr>
            <a:r>
              <a:rPr lang="en-IN" sz="2800" b="1" u="none" strike="noStrike">
                <a:solidFill>
                  <a:srgbClr val="000000"/>
                </a:solidFill>
                <a:effectLst/>
                <a:uFillTx/>
                <a:latin typeface="Arial"/>
              </a:rPr>
              <a:t>4. Feature Engineering</a:t>
            </a:r>
            <a:br>
              <a:rPr sz="2800"/>
            </a:br>
            <a:r>
              <a:rPr lang="en-IN" sz="2300" b="0" u="none" strike="noStrike">
                <a:solidFill>
                  <a:srgbClr val="000000"/>
                </a:solidFill>
                <a:effectLst/>
                <a:uFillTx/>
                <a:latin typeface="Arial"/>
              </a:rPr>
              <a:t>→ Apply </a:t>
            </a:r>
            <a:r>
              <a:rPr lang="en-IN" sz="2300" b="1" u="none" strike="noStrike">
                <a:solidFill>
                  <a:srgbClr val="000000"/>
                </a:solidFill>
                <a:effectLst/>
                <a:uFillTx/>
                <a:latin typeface="Arial"/>
              </a:rPr>
              <a:t>StandardScaler, correlation </a:t>
            </a:r>
            <a:r>
              <a:rPr lang="en-IN" sz="2300" b="1" u="none" strike="noStrike">
                <a:solidFill>
                  <a:srgbClr val="000000"/>
                </a:solidFill>
                <a:effectLst/>
                <a:uFillTx/>
                <a:latin typeface="Arial"/>
              </a:rPr>
              <a:t>analysis, and PCA-based analysis</a:t>
            </a:r>
            <a:r>
              <a:rPr lang="en-IN" sz="2300" b="0" u="none" strike="noStrike">
                <a:solidFill>
                  <a:srgbClr val="000000"/>
                </a:solidFill>
                <a:effectLst/>
                <a:uFillTx/>
                <a:latin typeface="Arial"/>
              </a:rPr>
              <a:t> to prepare </a:t>
            </a:r>
            <a:r>
              <a:rPr lang="en-IN" sz="2300" b="0" u="none" strike="noStrike">
                <a:solidFill>
                  <a:srgbClr val="000000"/>
                </a:solidFill>
                <a:effectLst/>
                <a:uFillTx/>
                <a:latin typeface="Arial"/>
              </a:rPr>
              <a:t>and understand the features before model </a:t>
            </a:r>
            <a:r>
              <a:rPr lang="en-IN" sz="2300" b="0" u="none" strike="noStrike">
                <a:solidFill>
                  <a:srgbClr val="000000"/>
                </a:solidFill>
                <a:effectLst/>
                <a:uFillTx/>
                <a:latin typeface="Arial"/>
              </a:rPr>
              <a:t>training.</a:t>
            </a:r>
            <a:endParaRPr lang="en-IN" sz="2300" b="0" u="none" strike="noStrike">
              <a:solidFill>
                <a:srgbClr val="000000"/>
              </a:solidFill>
              <a:effectLst/>
              <a:uFillTx/>
              <a:latin typeface="Arial"/>
            </a:endParaRPr>
          </a:p>
          <a:p>
            <a:pPr>
              <a:lnSpc>
                <a:spcPct val="100000"/>
              </a:lnSpc>
              <a:spcBef>
                <a:spcPts val="1191"/>
              </a:spcBef>
              <a:spcAft>
                <a:spcPts val="992"/>
              </a:spcAft>
            </a:pPr>
            <a:r>
              <a:rPr lang="en-IN" sz="2800" b="1" u="none" strike="noStrike">
                <a:solidFill>
                  <a:srgbClr val="000000"/>
                </a:solidFill>
                <a:effectLst/>
                <a:uFillTx/>
                <a:latin typeface="Arial"/>
              </a:rPr>
              <a:t>5. Univariate Analysis and Bivariate </a:t>
            </a:r>
            <a:r>
              <a:rPr lang="en-IN" sz="2800" b="1" u="none" strike="noStrike">
                <a:solidFill>
                  <a:srgbClr val="000000"/>
                </a:solidFill>
                <a:effectLst/>
                <a:uFillTx/>
                <a:latin typeface="Arial"/>
              </a:rPr>
              <a:t>Analysis </a:t>
            </a:r>
            <a:endParaRPr lang="en-IN" sz="2800" b="0" u="none" strike="noStrike">
              <a:solidFill>
                <a:srgbClr val="000000"/>
              </a:solidFill>
              <a:effectLst/>
              <a:uFillTx/>
              <a:latin typeface="Arial"/>
            </a:endParaRPr>
          </a:p>
          <a:p>
            <a:pPr>
              <a:lnSpc>
                <a:spcPct val="100000"/>
              </a:lnSpc>
              <a:spcBef>
                <a:spcPts val="1191"/>
              </a:spcBef>
              <a:spcAft>
                <a:spcPts val="992"/>
              </a:spcAft>
            </a:pPr>
            <a:r>
              <a:rPr lang="en-IN" sz="2300" b="0" u="none" strike="noStrike">
                <a:solidFill>
                  <a:srgbClr val="000000"/>
                </a:solidFill>
                <a:effectLst/>
                <a:uFillTx/>
                <a:latin typeface="Arial"/>
              </a:rPr>
              <a:t>Analyzed individual variables and studied </a:t>
            </a:r>
            <a:r>
              <a:rPr lang="en-IN" sz="2300" b="0" u="none" strike="noStrike">
                <a:solidFill>
                  <a:srgbClr val="000000"/>
                </a:solidFill>
                <a:effectLst/>
                <a:uFillTx/>
                <a:latin typeface="Arial"/>
              </a:rPr>
              <a:t>relationships between two variables</a:t>
            </a:r>
            <a:r>
              <a:rPr lang="en-IN" sz="2800" b="0" u="none" strike="noStrike">
                <a:solidFill>
                  <a:srgbClr val="000000"/>
                </a:solidFill>
                <a:effectLst/>
                <a:uFillTx/>
                <a:latin typeface="Arial"/>
              </a:rPr>
              <a:t> </a:t>
            </a:r>
            <a:endParaRPr lang="en-IN" sz="2800" b="0" u="none" strike="noStrike">
              <a:solidFill>
                <a:srgbClr val="000000"/>
              </a:solidFill>
              <a:effectLst/>
              <a:uFillTx/>
              <a:latin typeface="Arial"/>
            </a:endParaRPr>
          </a:p>
          <a:p>
            <a:pPr>
              <a:lnSpc>
                <a:spcPct val="100000"/>
              </a:lnSpc>
              <a:spcBef>
                <a:spcPts val="1191"/>
              </a:spcBef>
              <a:spcAft>
                <a:spcPts val="992"/>
              </a:spcAft>
            </a:pPr>
            <a:endParaRPr lang="en-IN" sz="2300" b="0" u="none" strike="noStrike">
              <a:solidFill>
                <a:srgbClr val="000000"/>
              </a:solidFill>
              <a:effectLst/>
              <a:uFillTx/>
              <a:latin typeface="Arial"/>
            </a:endParaRPr>
          </a:p>
        </p:txBody>
      </p:sp>
      <p:sp>
        <p:nvSpPr>
          <p:cNvPr id="68" name="TextBox 9"/>
          <p:cNvSpPr/>
          <p:nvPr/>
        </p:nvSpPr>
        <p:spPr>
          <a:xfrm>
            <a:off x="12664080" y="3097800"/>
            <a:ext cx="5257440" cy="70282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IN" sz="3500" b="1" i="1" u="none" strike="noStrike">
                <a:solidFill>
                  <a:schemeClr val="dk2"/>
                </a:solidFill>
                <a:effectLst/>
                <a:uFillTx/>
                <a:latin typeface="Arial"/>
              </a:rPr>
              <a:t>PPT Workflow</a:t>
            </a:r>
            <a:endParaRPr lang="en-IN" sz="3500" b="0" u="none" strike="noStrike">
              <a:solidFill>
                <a:srgbClr val="000000"/>
              </a:solidFill>
              <a:effectLst/>
              <a:uFillTx/>
              <a:latin typeface="Arial"/>
            </a:endParaRPr>
          </a:p>
          <a:p>
            <a:pPr algn="ctr">
              <a:lnSpc>
                <a:spcPct val="100000"/>
              </a:lnSpc>
            </a:pPr>
            <a:r>
              <a:rPr lang="en-IN" sz="2800" b="1" u="none" strike="noStrike">
                <a:solidFill>
                  <a:schemeClr val="dk2">
                    <a:lumMod val="75000"/>
                  </a:schemeClr>
                </a:solidFill>
                <a:effectLst/>
                <a:uFillTx/>
                <a:latin typeface="Arial"/>
              </a:rPr>
              <a:t>Kaggle Dataset</a:t>
            </a:r>
            <a:br>
              <a:rPr sz="2800"/>
            </a:br>
            <a:r>
              <a:rPr lang="en-IN" sz="2800" b="0" u="none" strike="noStrike">
                <a:solidFill>
                  <a:schemeClr val="dk2">
                    <a:lumMod val="75000"/>
                  </a:schemeClr>
                </a:solidFill>
                <a:effectLst/>
                <a:uFillTx/>
                <a:latin typeface="Arial"/>
              </a:rPr>
              <a:t>⬇️</a:t>
            </a:r>
            <a:br>
              <a:rPr sz="2800"/>
            </a:br>
            <a:r>
              <a:rPr lang="en-IN" sz="2800" b="1" u="none" strike="noStrike">
                <a:solidFill>
                  <a:schemeClr val="dk2">
                    <a:lumMod val="75000"/>
                  </a:schemeClr>
                </a:solidFill>
                <a:effectLst/>
                <a:uFillTx/>
                <a:latin typeface="Arial"/>
              </a:rPr>
              <a:t>DaKaggle Dataset</a:t>
            </a:r>
            <a:endParaRPr lang="en-IN" sz="2800" b="0" u="none" strike="noStrike">
              <a:solidFill>
                <a:srgbClr val="000000"/>
              </a:solidFill>
              <a:effectLst/>
              <a:uFillTx/>
              <a:latin typeface="Arial"/>
            </a:endParaRPr>
          </a:p>
          <a:p>
            <a:pPr algn="ctr">
              <a:lnSpc>
                <a:spcPct val="100000"/>
              </a:lnSpc>
            </a:pPr>
            <a:r>
              <a:rPr lang="en-IN" sz="2800" b="1" u="none" strike="noStrike">
                <a:solidFill>
                  <a:schemeClr val="dk2">
                    <a:lumMod val="75000"/>
                  </a:schemeClr>
                </a:solidFill>
                <a:effectLst/>
                <a:uFillTx/>
                <a:latin typeface="Arial"/>
              </a:rPr>
              <a:t>      ↓</a:t>
            </a:r>
            <a:endParaRPr lang="en-IN" sz="2800" b="0" u="none" strike="noStrike">
              <a:solidFill>
                <a:srgbClr val="000000"/>
              </a:solidFill>
              <a:effectLst/>
              <a:uFillTx/>
              <a:latin typeface="Arial"/>
            </a:endParaRPr>
          </a:p>
          <a:p>
            <a:pPr algn="ctr">
              <a:lnSpc>
                <a:spcPct val="100000"/>
              </a:lnSpc>
            </a:pPr>
            <a:r>
              <a:rPr lang="en-IN" sz="2800" b="1" u="none" strike="noStrike">
                <a:solidFill>
                  <a:schemeClr val="dk2">
                    <a:lumMod val="75000"/>
                  </a:schemeClr>
                </a:solidFill>
                <a:effectLst/>
                <a:uFillTx/>
                <a:latin typeface="Arial"/>
              </a:rPr>
              <a:t>Data Preprocessing</a:t>
            </a:r>
            <a:endParaRPr lang="en-IN" sz="2800" b="0" u="none" strike="noStrike">
              <a:solidFill>
                <a:srgbClr val="000000"/>
              </a:solidFill>
              <a:effectLst/>
              <a:uFillTx/>
              <a:latin typeface="Arial"/>
            </a:endParaRPr>
          </a:p>
          <a:p>
            <a:pPr algn="ctr">
              <a:lnSpc>
                <a:spcPct val="100000"/>
              </a:lnSpc>
            </a:pPr>
            <a:r>
              <a:rPr lang="en-IN" sz="2800" b="1" u="none" strike="noStrike">
                <a:solidFill>
                  <a:schemeClr val="dk2">
                    <a:lumMod val="75000"/>
                  </a:schemeClr>
                </a:solidFill>
                <a:effectLst/>
                <a:uFillTx/>
                <a:latin typeface="Arial"/>
              </a:rPr>
              <a:t>      ↓</a:t>
            </a:r>
            <a:endParaRPr lang="en-IN" sz="2800" b="0" u="none" strike="noStrike">
              <a:solidFill>
                <a:srgbClr val="000000"/>
              </a:solidFill>
              <a:effectLst/>
              <a:uFillTx/>
              <a:latin typeface="Arial"/>
            </a:endParaRPr>
          </a:p>
          <a:p>
            <a:pPr algn="ctr">
              <a:lnSpc>
                <a:spcPct val="100000"/>
              </a:lnSpc>
            </a:pPr>
            <a:r>
              <a:rPr lang="en-IN" sz="2800" b="1" u="none" strike="noStrike">
                <a:solidFill>
                  <a:schemeClr val="dk2">
                    <a:lumMod val="75000"/>
                  </a:schemeClr>
                </a:solidFill>
                <a:effectLst/>
                <a:uFillTx/>
                <a:latin typeface="Arial"/>
              </a:rPr>
              <a:t>Feature Engineering</a:t>
            </a:r>
            <a:endParaRPr lang="en-IN" sz="2800" b="0" u="none" strike="noStrike">
              <a:solidFill>
                <a:srgbClr val="000000"/>
              </a:solidFill>
              <a:effectLst/>
              <a:uFillTx/>
              <a:latin typeface="Arial"/>
            </a:endParaRPr>
          </a:p>
          <a:p>
            <a:pPr algn="ctr">
              <a:lnSpc>
                <a:spcPct val="100000"/>
              </a:lnSpc>
            </a:pPr>
            <a:r>
              <a:rPr lang="en-IN" sz="2800" b="1" u="none" strike="noStrike">
                <a:solidFill>
                  <a:schemeClr val="dk2">
                    <a:lumMod val="75000"/>
                  </a:schemeClr>
                </a:solidFill>
                <a:effectLst/>
                <a:uFillTx/>
                <a:latin typeface="Arial"/>
              </a:rPr>
              <a:t>      ↓</a:t>
            </a:r>
            <a:endParaRPr lang="en-IN" sz="2800" b="0" u="none" strike="noStrike">
              <a:solidFill>
                <a:srgbClr val="000000"/>
              </a:solidFill>
              <a:effectLst/>
              <a:uFillTx/>
              <a:latin typeface="Arial"/>
            </a:endParaRPr>
          </a:p>
          <a:p>
            <a:pPr algn="ctr">
              <a:lnSpc>
                <a:spcPct val="100000"/>
              </a:lnSpc>
            </a:pPr>
            <a:r>
              <a:rPr lang="en-IN" sz="2800" b="1" u="none" strike="noStrike">
                <a:solidFill>
                  <a:schemeClr val="dk2">
                    <a:lumMod val="75000"/>
                  </a:schemeClr>
                </a:solidFill>
                <a:effectLst/>
                <a:uFillTx/>
                <a:latin typeface="Arial"/>
              </a:rPr>
              <a:t>EDA &amp; Statistical Analysis</a:t>
            </a:r>
            <a:endParaRPr lang="en-IN" sz="2800" b="0" u="none" strike="noStrike">
              <a:solidFill>
                <a:srgbClr val="000000"/>
              </a:solidFill>
              <a:effectLst/>
              <a:uFillTx/>
              <a:latin typeface="Arial"/>
            </a:endParaRPr>
          </a:p>
          <a:p>
            <a:pPr algn="ctr">
              <a:lnSpc>
                <a:spcPct val="100000"/>
              </a:lnSpc>
            </a:pPr>
            <a:r>
              <a:rPr lang="en-IN" sz="2800" b="1" u="none" strike="noStrike">
                <a:solidFill>
                  <a:schemeClr val="dk2">
                    <a:lumMod val="75000"/>
                  </a:schemeClr>
                </a:solidFill>
                <a:effectLst/>
                <a:uFillTx/>
                <a:latin typeface="Arial"/>
              </a:rPr>
              <a:t>      ↓</a:t>
            </a:r>
            <a:endParaRPr lang="en-IN" sz="2800" b="0" u="none" strike="noStrike">
              <a:solidFill>
                <a:srgbClr val="000000"/>
              </a:solidFill>
              <a:effectLst/>
              <a:uFillTx/>
              <a:latin typeface="Arial"/>
            </a:endParaRPr>
          </a:p>
          <a:p>
            <a:pPr algn="ctr">
              <a:lnSpc>
                <a:spcPct val="100000"/>
              </a:lnSpc>
            </a:pPr>
            <a:r>
              <a:rPr lang="en-IN" sz="2800" b="1" u="none" strike="noStrike">
                <a:solidFill>
                  <a:schemeClr val="dk2">
                    <a:lumMod val="75000"/>
                  </a:schemeClr>
                </a:solidFill>
                <a:effectLst/>
                <a:uFillTx/>
                <a:latin typeface="Arial"/>
              </a:rPr>
              <a:t>Univariate Analysis</a:t>
            </a:r>
            <a:endParaRPr lang="en-IN" sz="2800" b="0" u="none" strike="noStrike">
              <a:solidFill>
                <a:srgbClr val="000000"/>
              </a:solidFill>
              <a:effectLst/>
              <a:uFillTx/>
              <a:latin typeface="Arial"/>
            </a:endParaRPr>
          </a:p>
          <a:p>
            <a:pPr algn="ctr">
              <a:lnSpc>
                <a:spcPct val="100000"/>
              </a:lnSpc>
            </a:pPr>
            <a:r>
              <a:rPr lang="en-IN" sz="2800" b="1" u="none" strike="noStrike">
                <a:solidFill>
                  <a:schemeClr val="dk2">
                    <a:lumMod val="75000"/>
                  </a:schemeClr>
                </a:solidFill>
                <a:effectLst/>
                <a:uFillTx/>
                <a:latin typeface="Arial"/>
              </a:rPr>
              <a:t>      ↓</a:t>
            </a:r>
            <a:endParaRPr lang="en-IN" sz="2800" b="0" u="none" strike="noStrike">
              <a:solidFill>
                <a:srgbClr val="000000"/>
              </a:solidFill>
              <a:effectLst/>
              <a:uFillTx/>
              <a:latin typeface="Arial"/>
            </a:endParaRPr>
          </a:p>
          <a:p>
            <a:pPr algn="ctr">
              <a:lnSpc>
                <a:spcPct val="100000"/>
              </a:lnSpc>
            </a:pPr>
            <a:r>
              <a:rPr lang="en-IN" sz="2800" b="1" u="none" strike="noStrike">
                <a:solidFill>
                  <a:schemeClr val="dk2">
                    <a:lumMod val="75000"/>
                  </a:schemeClr>
                </a:solidFill>
                <a:effectLst/>
                <a:uFillTx/>
                <a:latin typeface="Arial"/>
              </a:rPr>
              <a:t>Bivariate Analysis</a:t>
            </a:r>
            <a:endParaRPr lang="en-IN" sz="2800" b="0" u="none" strike="noStrike">
              <a:solidFill>
                <a:srgbClr val="000000"/>
              </a:solidFill>
              <a:effectLst/>
              <a:uFillTx/>
              <a:latin typeface="Arial"/>
            </a:endParaRPr>
          </a:p>
          <a:p>
            <a:pPr algn="ctr">
              <a:lnSpc>
                <a:spcPct val="100000"/>
              </a:lnSpc>
            </a:pPr>
            <a:r>
              <a:rPr lang="en-IN" sz="2800" b="1" u="none" strike="noStrike">
                <a:solidFill>
                  <a:schemeClr val="dk2">
                    <a:lumMod val="75000"/>
                  </a:schemeClr>
                </a:solidFill>
                <a:effectLst/>
                <a:uFillTx/>
                <a:latin typeface="Arial"/>
              </a:rPr>
              <a:t>      ↓</a:t>
            </a:r>
            <a:endParaRPr lang="en-IN" sz="2800" b="0" u="none" strike="noStrike">
              <a:solidFill>
                <a:srgbClr val="000000"/>
              </a:solidFill>
              <a:effectLst/>
              <a:uFillTx/>
              <a:latin typeface="Arial"/>
            </a:endParaRPr>
          </a:p>
          <a:p>
            <a:pPr algn="ctr">
              <a:lnSpc>
                <a:spcPct val="100000"/>
              </a:lnSpc>
            </a:pPr>
            <a:r>
              <a:rPr lang="en-IN" sz="2800" b="1" u="none" strike="noStrike">
                <a:solidFill>
                  <a:schemeClr val="dk2">
                    <a:lumMod val="75000"/>
                  </a:schemeClr>
                </a:solidFill>
                <a:effectLst/>
                <a:uFillTx/>
                <a:latin typeface="Arial"/>
              </a:rPr>
              <a:t>        CURRENT PROGRESS</a:t>
            </a:r>
            <a:endParaRPr lang="en-IN" sz="2800" b="0" u="none" strike="noStrike">
              <a:solidFill>
                <a:srgbClr val="000000"/>
              </a:solidFill>
              <a:effectLst/>
              <a:uFillTx/>
              <a:latin typeface="Arial"/>
            </a:endParaRPr>
          </a:p>
        </p:txBody>
      </p:sp>
      <p:cxnSp>
        <p:nvCxnSpPr>
          <p:cNvPr id="69" name="Straight Connector 11"/>
          <p:cNvCxnSpPr/>
          <p:nvPr/>
        </p:nvCxnSpPr>
        <p:spPr>
          <a:xfrm>
            <a:off x="12420360" y="3204720"/>
            <a:ext cx="360" cy="6537600"/>
          </a:xfrm>
          <a:prstGeom prst="straightConnector1">
            <a:avLst/>
          </a:prstGeom>
          <a:ln>
            <a:solidFill>
              <a:srgbClr val="000000"/>
            </a:solidFill>
            <a:round/>
          </a:ln>
        </p:spPr>
      </p:cxn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2550960" y="550800"/>
            <a:ext cx="13186080" cy="1431720"/>
          </a:xfrm>
          <a:prstGeom prst="rect">
            <a:avLst/>
          </a:prstGeom>
          <a:noFill/>
          <a:ln w="0">
            <a:noFill/>
          </a:ln>
        </p:spPr>
        <p:txBody>
          <a:bodyPr lIns="0" tIns="478080" rIns="0" bIns="0" anchor="t">
            <a:spAutoFit/>
          </a:bodyPr>
          <a:p>
            <a:pPr marL="2201400" indent="0" algn="l">
              <a:lnSpc>
                <a:spcPct val="100000"/>
              </a:lnSpc>
              <a:spcBef>
                <a:spcPts val="130"/>
              </a:spcBef>
              <a:buNone/>
            </a:pPr>
            <a:r>
              <a:rPr lang="en-IN" sz="5900" b="0" u="none" spc="-326" strike="noStrike">
                <a:solidFill>
                  <a:schemeClr val="lt1"/>
                </a:solidFill>
                <a:effectLst/>
                <a:uFillTx/>
                <a:latin typeface="Arial Black"/>
              </a:rPr>
              <a:t>Results</a:t>
            </a:r>
            <a:r>
              <a:rPr lang="en-IN" sz="5900" b="0" u="none" spc="-694" strike="noStrike">
                <a:solidFill>
                  <a:schemeClr val="lt1"/>
                </a:solidFill>
                <a:effectLst/>
                <a:uFillTx/>
                <a:latin typeface="Arial Black"/>
              </a:rPr>
              <a:t> </a:t>
            </a:r>
            <a:r>
              <a:rPr lang="en-IN" sz="5900" b="0" u="none" spc="-170" strike="noStrike">
                <a:solidFill>
                  <a:schemeClr val="lt1"/>
                </a:solidFill>
                <a:effectLst/>
                <a:uFillTx/>
                <a:latin typeface="Arial Black"/>
              </a:rPr>
              <a:t>From</a:t>
            </a:r>
            <a:r>
              <a:rPr lang="en-IN" sz="5900" b="0" u="none" spc="-825" strike="noStrike">
                <a:solidFill>
                  <a:schemeClr val="lt1"/>
                </a:solidFill>
                <a:effectLst/>
                <a:uFillTx/>
                <a:latin typeface="Arial Black"/>
              </a:rPr>
              <a:t> </a:t>
            </a:r>
            <a:r>
              <a:rPr lang="en-IN" sz="5900" b="0" u="none" spc="-119" strike="noStrike">
                <a:solidFill>
                  <a:schemeClr val="lt1"/>
                </a:solidFill>
                <a:effectLst/>
                <a:uFillTx/>
                <a:latin typeface="Arial Black"/>
              </a:rPr>
              <a:t>Workflow</a:t>
            </a:r>
            <a:endParaRPr lang="en-IN" sz="5900" b="0" u="none" strike="noStrike">
              <a:solidFill>
                <a:srgbClr val="000000"/>
              </a:solidFill>
              <a:effectLst/>
              <a:uFillTx/>
              <a:latin typeface="Calibri"/>
            </a:endParaRPr>
          </a:p>
        </p:txBody>
      </p:sp>
      <p:pic>
        <p:nvPicPr>
          <p:cNvPr id="71" name="object 3"/>
          <p:cNvPicPr/>
          <p:nvPr/>
        </p:nvPicPr>
        <p:blipFill>
          <a:blip r:embed="rId1"/>
          <a:stretch/>
        </p:blipFill>
        <p:spPr>
          <a:xfrm>
            <a:off x="464040" y="3115440"/>
            <a:ext cx="1746360" cy="2313000"/>
          </a:xfrm>
          <a:prstGeom prst="rect">
            <a:avLst/>
          </a:prstGeom>
          <a:noFill/>
          <a:ln w="0">
            <a:noFill/>
          </a:ln>
        </p:spPr>
      </p:pic>
      <p:sp>
        <p:nvSpPr>
          <p:cNvPr id="72" name=""/>
          <p:cNvSpPr txBox="1"/>
          <p:nvPr/>
        </p:nvSpPr>
        <p:spPr>
          <a:xfrm>
            <a:off x="3470400" y="3060000"/>
            <a:ext cx="14529600" cy="6609600"/>
          </a:xfrm>
          <a:prstGeom prst="rect">
            <a:avLst/>
          </a:prstGeom>
          <a:noFill/>
          <a:ln w="0">
            <a:noFill/>
          </a:ln>
        </p:spPr>
        <p:txBody>
          <a:bodyPr lIns="90000" tIns="45000" rIns="90000" bIns="45000" anchor="t">
            <a:spAutoFit/>
          </a:bodyPr>
          <a:p>
            <a:pPr>
              <a:lnSpc>
                <a:spcPct val="100000"/>
              </a:lnSpc>
              <a:spcBef>
                <a:spcPts val="907"/>
              </a:spcBef>
              <a:spcAft>
                <a:spcPts val="709"/>
              </a:spcAft>
            </a:pPr>
            <a:r>
              <a:rPr lang="en-IN" sz="2800" b="1" u="none" strike="noStrike">
                <a:solidFill>
                  <a:srgbClr val="000000"/>
                </a:solidFill>
                <a:effectLst/>
                <a:uFillTx/>
                <a:latin typeface="Arial"/>
              </a:rPr>
              <a:t>Data Preprocessing</a:t>
            </a:r>
            <a:endParaRPr lang="en-IN" sz="2800" b="0" u="none" strike="noStrike">
              <a:solidFill>
                <a:srgbClr val="000000"/>
              </a:solidFill>
              <a:effectLst/>
              <a:uFillTx/>
              <a:latin typeface="Arial"/>
            </a:endParaRPr>
          </a:p>
          <a:p>
            <a:pPr>
              <a:lnSpc>
                <a:spcPct val="100000"/>
              </a:lnSpc>
              <a:spcBef>
                <a:spcPts val="907"/>
              </a:spcBef>
              <a:spcAft>
                <a:spcPts val="709"/>
              </a:spcAft>
            </a:pPr>
            <a:r>
              <a:rPr lang="en-IN" sz="2300" b="0" u="none" strike="noStrike">
                <a:solidFill>
                  <a:srgbClr val="000000"/>
                </a:solidFill>
                <a:effectLst/>
                <a:uFillTx/>
                <a:latin typeface="Arial"/>
              </a:rPr>
              <a:t>  </a:t>
            </a:r>
            <a:endParaRPr lang="en-IN" sz="23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IN" sz="2600" b="0" u="none" strike="noStrike">
                <a:solidFill>
                  <a:srgbClr val="000000"/>
                </a:solidFill>
                <a:effectLst/>
                <a:uFillTx/>
                <a:latin typeface="Arial"/>
              </a:rPr>
              <a:t>Performed data quality checks on the dataset. </a:t>
            </a:r>
            <a:endParaRPr lang="en-IN" sz="26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IN" sz="2600" b="0" u="none" strike="noStrike">
                <a:solidFill>
                  <a:srgbClr val="000000"/>
                </a:solidFill>
                <a:effectLst/>
                <a:uFillTx/>
                <a:latin typeface="Arial"/>
              </a:rPr>
              <a:t> Checked for missing values and duplicate records. </a:t>
            </a:r>
            <a:endParaRPr lang="en-IN" sz="26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IN" sz="2600" b="0" u="none" strike="noStrike">
                <a:solidFill>
                  <a:srgbClr val="000000"/>
                </a:solidFill>
                <a:effectLst/>
                <a:uFillTx/>
                <a:latin typeface="Arial"/>
              </a:rPr>
              <a:t> Converted transaction date and time into useful formats. </a:t>
            </a:r>
            <a:endParaRPr lang="en-IN" sz="26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IN" sz="2600" b="0" u="none" strike="noStrike">
                <a:solidFill>
                  <a:srgbClr val="000000"/>
                </a:solidFill>
                <a:effectLst/>
                <a:uFillTx/>
                <a:latin typeface="Arial"/>
              </a:rPr>
              <a:t> Created additional time-based features. </a:t>
            </a:r>
            <a:endParaRPr lang="en-IN" sz="26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IN" sz="2600" b="0" u="none" strike="noStrike">
                <a:solidFill>
                  <a:srgbClr val="000000"/>
                </a:solidFill>
                <a:effectLst/>
                <a:uFillTx/>
                <a:latin typeface="Arial"/>
              </a:rPr>
              <a:t> Created customer age from date-of-birth information. </a:t>
            </a:r>
            <a:endParaRPr lang="en-IN" sz="26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IN" sz="2600" b="0" u="none" strike="noStrike">
                <a:solidFill>
                  <a:srgbClr val="000000"/>
                </a:solidFill>
                <a:effectLst/>
                <a:uFillTx/>
                <a:latin typeface="Arial"/>
              </a:rPr>
              <a:t> Checked the distribution of fraudulent and legitimate transactions. </a:t>
            </a:r>
            <a:endParaRPr lang="en-IN" sz="26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IN" sz="2600" b="0" u="none" strike="noStrike">
                <a:solidFill>
                  <a:srgbClr val="000000"/>
                </a:solidFill>
                <a:effectLst/>
                <a:uFillTx/>
                <a:latin typeface="Arial"/>
              </a:rPr>
              <a:t> Prepared the cleaned dataset for exploratory analysis.</a:t>
            </a:r>
            <a:endParaRPr lang="en-IN" sz="2600" b="0" u="none" strike="noStrike">
              <a:solidFill>
                <a:srgbClr val="000000"/>
              </a:solidFill>
              <a:effectLst/>
              <a:uFillTx/>
              <a:latin typeface="Arial"/>
            </a:endParaRPr>
          </a:p>
          <a:p>
            <a:pPr>
              <a:lnSpc>
                <a:spcPct val="100000"/>
              </a:lnSpc>
              <a:spcBef>
                <a:spcPts val="907"/>
              </a:spcBef>
              <a:spcAft>
                <a:spcPts val="709"/>
              </a:spcAft>
            </a:pPr>
            <a:r>
              <a:rPr lang="en-IN" sz="2300" b="0" u="none" strike="noStrike">
                <a:solidFill>
                  <a:srgbClr val="000000"/>
                </a:solidFill>
                <a:effectLst/>
                <a:uFillTx/>
                <a:latin typeface="Arial"/>
              </a:rPr>
              <a:t>  .</a:t>
            </a:r>
            <a:endParaRPr lang="en-IN" sz="2300" b="0" u="none" strike="noStrike">
              <a:solidFill>
                <a:srgbClr val="000000"/>
              </a:solidFill>
              <a:effectLst/>
              <a:uFillTx/>
              <a:latin typeface="Arial"/>
            </a:endParaRPr>
          </a:p>
          <a:p>
            <a:pPr>
              <a:lnSpc>
                <a:spcPct val="100000"/>
              </a:lnSpc>
              <a:spcBef>
                <a:spcPts val="907"/>
              </a:spcBef>
              <a:spcAft>
                <a:spcPts val="709"/>
              </a:spcAft>
            </a:pPr>
            <a:endParaRPr lang="en-IN" sz="2300" b="0" u="none" strike="noStrike">
              <a:solidFill>
                <a:srgbClr val="000000"/>
              </a:solidFill>
              <a:effectLst/>
              <a:uFillTx/>
              <a:latin typeface="Arial"/>
            </a:endParaRPr>
          </a:p>
        </p:txBody>
      </p:sp>
      <p:sp>
        <p:nvSpPr>
          <p:cNvPr id="73" name=""/>
          <p:cNvSpPr txBox="1"/>
          <p:nvPr/>
        </p:nvSpPr>
        <p:spPr>
          <a:xfrm>
            <a:off x="900000" y="8640000"/>
            <a:ext cx="12240000" cy="5739840"/>
          </a:xfrm>
          <a:prstGeom prst="rect">
            <a:avLst/>
          </a:prstGeom>
          <a:noFill/>
          <a:ln w="0">
            <a:noFill/>
          </a:ln>
        </p:spPr>
        <p:txBody>
          <a:bodyPr lIns="90000" tIns="45000" rIns="90000" bIns="45000" anchor="t">
            <a:spAutoFit/>
          </a:bodyPr>
          <a:p>
            <a:r>
              <a:rPr lang="en-IN" sz="2800" b="1" u="none" strike="noStrike">
                <a:solidFill>
                  <a:srgbClr val="000000"/>
                </a:solidFill>
                <a:effectLst/>
                <a:uFillTx/>
                <a:latin typeface="Arial"/>
              </a:rPr>
              <a:t>Result:</a:t>
            </a:r>
            <a:endParaRPr lang="en-IN" sz="2800" b="0" u="none" strike="noStrike">
              <a:solidFill>
                <a:srgbClr val="000000"/>
              </a:solidFill>
              <a:effectLst/>
              <a:uFillTx/>
              <a:latin typeface="Arial"/>
            </a:endParaRPr>
          </a:p>
          <a:p>
            <a:r>
              <a:rPr lang="en-IN" sz="2300" b="0" u="none" strike="noStrike">
                <a:solidFill>
                  <a:srgbClr val="000000"/>
                </a:solidFill>
                <a:effectLst/>
                <a:uFillTx/>
                <a:latin typeface="Arial"/>
              </a:rPr>
              <a:t>Dataset successfully prepared </a:t>
            </a:r>
            <a:r>
              <a:rPr lang="en-IN" sz="2300" b="0" u="none" strike="noStrike">
                <a:solidFill>
                  <a:srgbClr val="000000"/>
                </a:solidFill>
                <a:effectLst/>
                <a:uFillTx/>
                <a:latin typeface="Arial"/>
              </a:rPr>
              <a:t>for EDA and statistical </a:t>
            </a:r>
            <a:r>
              <a:rPr lang="en-IN" sz="2300" b="0" u="none" strike="noStrike">
                <a:solidFill>
                  <a:srgbClr val="000000"/>
                </a:solidFill>
                <a:effectLst/>
                <a:uFillTx/>
                <a:latin typeface="Arial"/>
              </a:rPr>
              <a:t>analysis. </a:t>
            </a:r>
            <a:endParaRPr lang="en-IN" sz="2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2550960" y="550800"/>
            <a:ext cx="13186080" cy="1431720"/>
          </a:xfrm>
          <a:prstGeom prst="rect">
            <a:avLst/>
          </a:prstGeom>
          <a:noFill/>
          <a:ln w="0">
            <a:noFill/>
          </a:ln>
        </p:spPr>
        <p:txBody>
          <a:bodyPr lIns="0" tIns="478080" rIns="0" bIns="0" anchor="t">
            <a:spAutoFit/>
          </a:bodyPr>
          <a:p>
            <a:pPr marL="2201400" indent="0" algn="l">
              <a:lnSpc>
                <a:spcPct val="100000"/>
              </a:lnSpc>
              <a:spcBef>
                <a:spcPts val="130"/>
              </a:spcBef>
              <a:buNone/>
            </a:pPr>
            <a:r>
              <a:rPr lang="en-IN" sz="5900" b="0" u="none" spc="-326" strike="noStrike">
                <a:solidFill>
                  <a:schemeClr val="lt1"/>
                </a:solidFill>
                <a:effectLst/>
                <a:uFillTx/>
                <a:latin typeface="Arial Black"/>
              </a:rPr>
              <a:t>Results</a:t>
            </a:r>
            <a:r>
              <a:rPr lang="en-IN" sz="5900" b="0" u="none" spc="-694" strike="noStrike">
                <a:solidFill>
                  <a:schemeClr val="lt1"/>
                </a:solidFill>
                <a:effectLst/>
                <a:uFillTx/>
                <a:latin typeface="Arial Black"/>
              </a:rPr>
              <a:t> </a:t>
            </a:r>
            <a:r>
              <a:rPr lang="en-IN" sz="5900" b="0" u="none" spc="-170" strike="noStrike">
                <a:solidFill>
                  <a:schemeClr val="lt1"/>
                </a:solidFill>
                <a:effectLst/>
                <a:uFillTx/>
                <a:latin typeface="Arial Black"/>
              </a:rPr>
              <a:t>From</a:t>
            </a:r>
            <a:r>
              <a:rPr lang="en-IN" sz="5900" b="0" u="none" spc="-825" strike="noStrike">
                <a:solidFill>
                  <a:schemeClr val="lt1"/>
                </a:solidFill>
                <a:effectLst/>
                <a:uFillTx/>
                <a:latin typeface="Arial Black"/>
              </a:rPr>
              <a:t> </a:t>
            </a:r>
            <a:r>
              <a:rPr lang="en-IN" sz="5900" b="0" u="none" spc="-119" strike="noStrike">
                <a:solidFill>
                  <a:schemeClr val="lt1"/>
                </a:solidFill>
                <a:effectLst/>
                <a:uFillTx/>
                <a:latin typeface="Arial Black"/>
              </a:rPr>
              <a:t>Workflow</a:t>
            </a:r>
            <a:endParaRPr lang="en-IN" sz="5900" b="0" u="none" strike="noStrike">
              <a:solidFill>
                <a:srgbClr val="000000"/>
              </a:solidFill>
              <a:effectLst/>
              <a:uFillTx/>
              <a:latin typeface="Calibri"/>
            </a:endParaRPr>
          </a:p>
        </p:txBody>
      </p:sp>
      <p:pic>
        <p:nvPicPr>
          <p:cNvPr id="75" name="object 3"/>
          <p:cNvPicPr/>
          <p:nvPr/>
        </p:nvPicPr>
        <p:blipFill>
          <a:blip r:embed="rId1"/>
          <a:stretch/>
        </p:blipFill>
        <p:spPr>
          <a:xfrm>
            <a:off x="464040" y="3115440"/>
            <a:ext cx="1746360" cy="2313000"/>
          </a:xfrm>
          <a:prstGeom prst="rect">
            <a:avLst/>
          </a:prstGeom>
          <a:noFill/>
          <a:ln w="0">
            <a:noFill/>
          </a:ln>
        </p:spPr>
      </p:pic>
      <p:sp>
        <p:nvSpPr>
          <p:cNvPr id="76" name=""/>
          <p:cNvSpPr txBox="1"/>
          <p:nvPr/>
        </p:nvSpPr>
        <p:spPr>
          <a:xfrm>
            <a:off x="1980000" y="2860560"/>
            <a:ext cx="6046560" cy="1279440"/>
          </a:xfrm>
          <a:prstGeom prst="rect">
            <a:avLst/>
          </a:prstGeom>
          <a:noFill/>
          <a:ln w="0">
            <a:noFill/>
          </a:ln>
        </p:spPr>
        <p:txBody>
          <a:bodyPr lIns="90000" tIns="45000" rIns="90000" bIns="45000" anchor="t">
            <a:spAutoFit/>
          </a:bodyPr>
          <a:p>
            <a:r>
              <a:rPr lang="en-IN" sz="2800" b="1" u="none" strike="noStrike">
                <a:solidFill>
                  <a:srgbClr val="000000"/>
                </a:solidFill>
                <a:effectLst/>
                <a:uFillTx/>
                <a:latin typeface="Arial"/>
              </a:rPr>
              <a:t>Exploratory Data Analysis </a:t>
            </a:r>
            <a:endParaRPr lang="en-IN" sz="2800" b="1" u="none" strike="noStrike">
              <a:solidFill>
                <a:srgbClr val="000000"/>
              </a:solidFill>
              <a:effectLst/>
              <a:uFillTx/>
              <a:latin typeface="Arial"/>
            </a:endParaRPr>
          </a:p>
        </p:txBody>
      </p:sp>
      <p:sp>
        <p:nvSpPr>
          <p:cNvPr id="77" name=""/>
          <p:cNvSpPr txBox="1"/>
          <p:nvPr/>
        </p:nvSpPr>
        <p:spPr>
          <a:xfrm>
            <a:off x="2160000" y="4140000"/>
            <a:ext cx="7915320" cy="7606080"/>
          </a:xfrm>
          <a:prstGeom prst="rect">
            <a:avLst/>
          </a:prstGeom>
          <a:noFill/>
          <a:ln w="0">
            <a:noFill/>
          </a:ln>
        </p:spPr>
        <p:txBody>
          <a:bodyPr lIns="90000" tIns="45000" rIns="90000" bIns="45000" anchor="t">
            <a:spAutoFit/>
          </a:bodyPr>
          <a:p>
            <a:r>
              <a:rPr lang="en-IN" sz="2800" b="1" u="none" strike="noStrike">
                <a:solidFill>
                  <a:srgbClr val="000000"/>
                </a:solidFill>
                <a:effectLst/>
                <a:uFillTx/>
                <a:latin typeface="Arial"/>
              </a:rPr>
              <a:t>Statistical Analysis</a:t>
            </a:r>
            <a:endParaRPr lang="en-IN" sz="2800" b="0" u="none" strike="noStrike">
              <a:solidFill>
                <a:srgbClr val="000000"/>
              </a:solidFill>
              <a:effectLst/>
              <a:uFillTx/>
              <a:latin typeface="Arial"/>
            </a:endParaRPr>
          </a:p>
          <a:p>
            <a:r>
              <a:rPr lang="en-IN" sz="2300" b="0" u="none" strike="noStrike">
                <a:solidFill>
                  <a:srgbClr val="000000"/>
                </a:solidFill>
                <a:effectLst/>
                <a:uFillTx/>
                <a:latin typeface="Arial"/>
              </a:rPr>
              <a:t>Calculated summary statistics for numerical variables. </a:t>
            </a:r>
            <a:endParaRPr lang="en-IN" sz="2300" b="0" u="none" strike="noStrike">
              <a:solidFill>
                <a:srgbClr val="000000"/>
              </a:solidFill>
              <a:effectLst/>
              <a:uFillTx/>
              <a:latin typeface="Arial"/>
            </a:endParaRPr>
          </a:p>
          <a:p>
            <a:r>
              <a:rPr lang="en-IN" sz="2300" b="0" u="none" strike="noStrike">
                <a:solidFill>
                  <a:srgbClr val="000000"/>
                </a:solidFill>
                <a:effectLst/>
                <a:uFillTx/>
                <a:latin typeface="Arial"/>
              </a:rPr>
              <a:t>Studied transaction amount and other important features. </a:t>
            </a:r>
            <a:endParaRPr lang="en-IN" sz="2300" b="0" u="none" strike="noStrike">
              <a:solidFill>
                <a:srgbClr val="000000"/>
              </a:solidFill>
              <a:effectLst/>
              <a:uFillTx/>
              <a:latin typeface="Arial"/>
            </a:endParaRPr>
          </a:p>
          <a:p>
            <a:endParaRPr lang="en-IN" sz="2800" b="0" u="none" strike="noStrike">
              <a:solidFill>
                <a:srgbClr val="000000"/>
              </a:solidFill>
              <a:effectLst/>
              <a:uFillTx/>
              <a:latin typeface="Arial"/>
            </a:endParaRPr>
          </a:p>
          <a:p>
            <a:r>
              <a:rPr lang="en-IN" sz="2800" b="1" u="none" strike="noStrike">
                <a:solidFill>
                  <a:srgbClr val="000000"/>
                </a:solidFill>
                <a:effectLst/>
                <a:uFillTx/>
                <a:latin typeface="Arial"/>
              </a:rPr>
              <a:t>Univariate Analysis</a:t>
            </a:r>
            <a:endParaRPr lang="en-IN" sz="2800" b="0" u="none" strike="noStrike">
              <a:solidFill>
                <a:srgbClr val="000000"/>
              </a:solidFill>
              <a:effectLst/>
              <a:uFillTx/>
              <a:latin typeface="Arial"/>
            </a:endParaRPr>
          </a:p>
          <a:p>
            <a:r>
              <a:rPr lang="en-IN" sz="2300" b="0" u="none" strike="noStrike">
                <a:solidFill>
                  <a:srgbClr val="000000"/>
                </a:solidFill>
                <a:effectLst/>
                <a:uFillTx/>
                <a:latin typeface="Arial"/>
              </a:rPr>
              <a:t>Analyzed individual feature distributions. </a:t>
            </a:r>
            <a:endParaRPr lang="en-IN" sz="2300" b="0" u="none" strike="noStrike">
              <a:solidFill>
                <a:srgbClr val="000000"/>
              </a:solidFill>
              <a:effectLst/>
              <a:uFillTx/>
              <a:latin typeface="Arial"/>
            </a:endParaRPr>
          </a:p>
          <a:p>
            <a:r>
              <a:rPr lang="en-IN" sz="2300" b="0" u="none" strike="noStrike">
                <a:solidFill>
                  <a:srgbClr val="000000"/>
                </a:solidFill>
                <a:effectLst/>
                <a:uFillTx/>
                <a:latin typeface="Arial"/>
              </a:rPr>
              <a:t>Used histograms, box plots and frequency plots. </a:t>
            </a:r>
            <a:endParaRPr lang="en-IN" sz="2300" b="0" u="none" strike="noStrike">
              <a:solidFill>
                <a:srgbClr val="000000"/>
              </a:solidFill>
              <a:effectLst/>
              <a:uFillTx/>
              <a:latin typeface="Arial"/>
            </a:endParaRPr>
          </a:p>
          <a:p>
            <a:r>
              <a:rPr lang="en-IN" sz="2300" b="0" u="none" strike="noStrike">
                <a:solidFill>
                  <a:srgbClr val="000000"/>
                </a:solidFill>
                <a:effectLst/>
                <a:uFillTx/>
                <a:latin typeface="Arial"/>
              </a:rPr>
              <a:t>Studied transaction amount and fraud distribution.</a:t>
            </a:r>
            <a:endParaRPr lang="en-IN" sz="2300" b="0" u="none" strike="noStrike">
              <a:solidFill>
                <a:srgbClr val="000000"/>
              </a:solidFill>
              <a:effectLst/>
              <a:uFillTx/>
              <a:latin typeface="Arial"/>
            </a:endParaRPr>
          </a:p>
          <a:p>
            <a:endParaRPr lang="en-IN" sz="2300" b="0" u="none" strike="noStrike">
              <a:solidFill>
                <a:srgbClr val="000000"/>
              </a:solidFill>
              <a:effectLst/>
              <a:uFillTx/>
              <a:latin typeface="Arial"/>
            </a:endParaRPr>
          </a:p>
        </p:txBody>
      </p:sp>
      <p:sp>
        <p:nvSpPr>
          <p:cNvPr id="78" name=""/>
          <p:cNvSpPr txBox="1"/>
          <p:nvPr/>
        </p:nvSpPr>
        <p:spPr>
          <a:xfrm>
            <a:off x="10440000" y="3600000"/>
            <a:ext cx="7380000" cy="5843520"/>
          </a:xfrm>
          <a:prstGeom prst="rect">
            <a:avLst/>
          </a:prstGeom>
          <a:noFill/>
          <a:ln w="0">
            <a:noFill/>
          </a:ln>
        </p:spPr>
        <p:txBody>
          <a:bodyPr lIns="90000" tIns="45000" rIns="90000" bIns="45000" anchor="t">
            <a:spAutoFit/>
          </a:bodyPr>
          <a:p>
            <a:r>
              <a:rPr lang="en-IN" sz="2800" b="1" u="none" strike="noStrike">
                <a:solidFill>
                  <a:srgbClr val="000000"/>
                </a:solidFill>
                <a:effectLst/>
                <a:uFillTx/>
                <a:latin typeface="Arial"/>
              </a:rPr>
              <a:t>Bivariate Analysis</a:t>
            </a:r>
            <a:endParaRPr lang="en-IN" sz="2800" b="0" u="none" strike="noStrike">
              <a:solidFill>
                <a:srgbClr val="000000"/>
              </a:solidFill>
              <a:effectLst/>
              <a:uFillTx/>
              <a:latin typeface="Arial"/>
            </a:endParaRPr>
          </a:p>
          <a:p>
            <a:r>
              <a:rPr lang="en-IN" sz="2300" b="0" u="none" strike="noStrike">
                <a:solidFill>
                  <a:srgbClr val="000000"/>
                </a:solidFill>
                <a:effectLst/>
                <a:uFillTx/>
                <a:latin typeface="Arial"/>
              </a:rPr>
              <a:t>Compared relationships between selected </a:t>
            </a:r>
            <a:r>
              <a:rPr lang="en-IN" sz="2300" b="0" u="none" strike="noStrike">
                <a:solidFill>
                  <a:srgbClr val="000000"/>
                </a:solidFill>
                <a:effectLst/>
                <a:uFillTx/>
                <a:latin typeface="Arial"/>
              </a:rPr>
              <a:t>features. </a:t>
            </a:r>
            <a:endParaRPr lang="en-IN" sz="2300" b="0" u="none" strike="noStrike">
              <a:solidFill>
                <a:srgbClr val="000000"/>
              </a:solidFill>
              <a:effectLst/>
              <a:uFillTx/>
              <a:latin typeface="Arial"/>
            </a:endParaRPr>
          </a:p>
          <a:p>
            <a:r>
              <a:rPr lang="en-IN" sz="2300" b="0" u="none" strike="noStrike">
                <a:solidFill>
                  <a:srgbClr val="000000"/>
                </a:solidFill>
                <a:effectLst/>
                <a:uFillTx/>
                <a:latin typeface="Arial"/>
              </a:rPr>
              <a:t>Analyzed fraud patterns based on transaction </a:t>
            </a:r>
            <a:r>
              <a:rPr lang="en-IN" sz="2300" b="0" u="none" strike="noStrike">
                <a:solidFill>
                  <a:srgbClr val="000000"/>
                </a:solidFill>
                <a:effectLst/>
                <a:uFillTx/>
                <a:latin typeface="Arial"/>
              </a:rPr>
              <a:t>characteristics. </a:t>
            </a:r>
            <a:endParaRPr lang="en-IN" sz="2300" b="0" u="none" strike="noStrike">
              <a:solidFill>
                <a:srgbClr val="000000"/>
              </a:solidFill>
              <a:effectLst/>
              <a:uFillTx/>
              <a:latin typeface="Arial"/>
            </a:endParaRPr>
          </a:p>
          <a:p>
            <a:r>
              <a:rPr lang="en-IN" sz="2300" b="0" u="none" strike="noStrike">
                <a:solidFill>
                  <a:srgbClr val="000000"/>
                </a:solidFill>
                <a:effectLst/>
                <a:uFillTx/>
                <a:latin typeface="Arial"/>
              </a:rPr>
              <a:t>Identified useful relationships for further </a:t>
            </a:r>
            <a:r>
              <a:rPr lang="en-IN" sz="2300" b="0" u="none" strike="noStrike">
                <a:solidFill>
                  <a:srgbClr val="000000"/>
                </a:solidFill>
                <a:effectLst/>
                <a:uFillTx/>
                <a:latin typeface="Arial"/>
              </a:rPr>
              <a:t>analysis. </a:t>
            </a:r>
            <a:endParaRPr lang="en-IN" sz="2300" b="0" u="none" strike="noStrike">
              <a:solidFill>
                <a:srgbClr val="000000"/>
              </a:solidFill>
              <a:effectLst/>
              <a:uFillTx/>
              <a:latin typeface="Arial"/>
            </a:endParaRPr>
          </a:p>
          <a:p>
            <a:endParaRPr lang="en-IN" sz="2800" b="1" u="none" strike="noStrike">
              <a:solidFill>
                <a:srgbClr val="000000"/>
              </a:solidFill>
              <a:effectLst/>
              <a:uFillTx/>
              <a:latin typeface="Arial"/>
            </a:endParaRPr>
          </a:p>
          <a:p>
            <a:r>
              <a:rPr lang="en-IN" sz="2800" b="1" u="none" strike="noStrike">
                <a:solidFill>
                  <a:srgbClr val="000000"/>
                </a:solidFill>
                <a:effectLst/>
                <a:uFillTx/>
                <a:latin typeface="Arial"/>
              </a:rPr>
              <a:t>Key Finding</a:t>
            </a:r>
            <a:endParaRPr lang="en-IN" sz="2800" b="1" u="none" strike="noStrike">
              <a:solidFill>
                <a:srgbClr val="000000"/>
              </a:solidFill>
              <a:effectLst/>
              <a:uFillTx/>
              <a:latin typeface="Arial"/>
            </a:endParaRPr>
          </a:p>
          <a:p>
            <a:r>
              <a:rPr lang="en-IN" sz="2300" b="0" u="none" strike="noStrike">
                <a:solidFill>
                  <a:srgbClr val="000000"/>
                </a:solidFill>
                <a:effectLst/>
                <a:uFillTx/>
                <a:latin typeface="Arial"/>
              </a:rPr>
              <a:t>EDA helped us understand the distribution, </a:t>
            </a:r>
            <a:r>
              <a:rPr lang="en-IN" sz="2300" b="0" u="none" strike="noStrike">
                <a:solidFill>
                  <a:srgbClr val="000000"/>
                </a:solidFill>
                <a:effectLst/>
                <a:uFillTx/>
                <a:latin typeface="Arial"/>
              </a:rPr>
              <a:t>behaviour and relationships present in the </a:t>
            </a:r>
            <a:r>
              <a:rPr lang="en-IN" sz="2300" b="0" u="none" strike="noStrike">
                <a:solidFill>
                  <a:srgbClr val="000000"/>
                </a:solidFill>
                <a:effectLst/>
                <a:uFillTx/>
                <a:latin typeface="Arial"/>
              </a:rPr>
              <a:t>transaction dataset.</a:t>
            </a:r>
            <a:endParaRPr lang="en-IN" sz="2300" b="0" u="none" strike="noStrike">
              <a:solidFill>
                <a:srgbClr val="000000"/>
              </a:solidFill>
              <a:effectLst/>
              <a:uFillTx/>
              <a:latin typeface="Arial"/>
            </a:endParaRPr>
          </a:p>
          <a:p>
            <a:endParaRPr lang="en-IN" sz="2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2550960" y="550800"/>
            <a:ext cx="13186080" cy="1431720"/>
          </a:xfrm>
          <a:prstGeom prst="rect">
            <a:avLst/>
          </a:prstGeom>
          <a:noFill/>
          <a:ln w="0">
            <a:noFill/>
          </a:ln>
        </p:spPr>
        <p:txBody>
          <a:bodyPr lIns="0" tIns="478080" rIns="0" bIns="0" anchor="t">
            <a:spAutoFit/>
          </a:bodyPr>
          <a:p>
            <a:pPr marL="2330280" indent="0" algn="l">
              <a:lnSpc>
                <a:spcPct val="100000"/>
              </a:lnSpc>
              <a:spcBef>
                <a:spcPts val="130"/>
              </a:spcBef>
              <a:buNone/>
            </a:pPr>
            <a:r>
              <a:rPr lang="en-IN" sz="5900" b="0" u="none" spc="-354" strike="noStrike">
                <a:solidFill>
                  <a:schemeClr val="lt1"/>
                </a:solidFill>
                <a:effectLst/>
                <a:uFillTx/>
                <a:latin typeface="Arial Black"/>
              </a:rPr>
              <a:t>Expected</a:t>
            </a:r>
            <a:r>
              <a:rPr lang="en-IN" sz="5900" b="0" u="none" spc="-734" strike="noStrike">
                <a:solidFill>
                  <a:schemeClr val="lt1"/>
                </a:solidFill>
                <a:effectLst/>
                <a:uFillTx/>
                <a:latin typeface="Arial Black"/>
              </a:rPr>
              <a:t> </a:t>
            </a:r>
            <a:r>
              <a:rPr lang="en-IN" sz="5900" b="0" u="none" spc="-224" strike="noStrike">
                <a:solidFill>
                  <a:schemeClr val="lt1"/>
                </a:solidFill>
                <a:effectLst/>
                <a:uFillTx/>
                <a:latin typeface="Arial Black"/>
              </a:rPr>
              <a:t>Final</a:t>
            </a:r>
            <a:r>
              <a:rPr lang="en-IN" sz="5900" b="0" u="none" spc="-771" strike="noStrike">
                <a:solidFill>
                  <a:schemeClr val="lt1"/>
                </a:solidFill>
                <a:effectLst/>
                <a:uFillTx/>
                <a:latin typeface="Arial Black"/>
              </a:rPr>
              <a:t> </a:t>
            </a:r>
            <a:r>
              <a:rPr lang="en-IN" sz="5900" b="0" u="none" spc="-320" strike="noStrike">
                <a:solidFill>
                  <a:schemeClr val="lt1"/>
                </a:solidFill>
                <a:effectLst/>
                <a:uFillTx/>
                <a:latin typeface="Arial Black"/>
              </a:rPr>
              <a:t>Results</a:t>
            </a:r>
            <a:endParaRPr lang="en-IN" sz="5900" b="0" u="none" strike="noStrike">
              <a:solidFill>
                <a:srgbClr val="000000"/>
              </a:solidFill>
              <a:effectLst/>
              <a:uFillTx/>
              <a:latin typeface="Calibri"/>
            </a:endParaRPr>
          </a:p>
        </p:txBody>
      </p:sp>
      <p:sp>
        <p:nvSpPr>
          <p:cNvPr id="80" name="object 2"/>
          <p:cNvSpPr/>
          <p:nvPr/>
        </p:nvSpPr>
        <p:spPr>
          <a:xfrm>
            <a:off x="267480" y="3419640"/>
            <a:ext cx="2196000" cy="1933200"/>
          </a:xfrm>
          <a:custGeom>
            <a:avLst/>
            <a:gdLst>
              <a:gd name="textAreaLeft" fmla="*/ 0 w 2196000"/>
              <a:gd name="textAreaRight" fmla="*/ 2196360 w 2196000"/>
              <a:gd name="textAreaTop" fmla="*/ 0 h 1933200"/>
              <a:gd name="textAreaBottom" fmla="*/ 1933560 h 1933200"/>
            </a:gdLst>
            <a:ahLst/>
            <a:cxnLst/>
            <a:rect l="textAreaLeft" t="textAreaTop" r="textAreaRight" b="textAreaBottom"/>
            <a:pathLst>
              <a:path w="2196465" h="1933575">
                <a:moveTo>
                  <a:pt x="474294" y="1328407"/>
                </a:moveTo>
                <a:lnTo>
                  <a:pt x="367499" y="1328407"/>
                </a:lnTo>
                <a:lnTo>
                  <a:pt x="367499" y="1826729"/>
                </a:lnTo>
                <a:lnTo>
                  <a:pt x="349440" y="1826729"/>
                </a:lnTo>
                <a:lnTo>
                  <a:pt x="349440" y="1441767"/>
                </a:lnTo>
                <a:lnTo>
                  <a:pt x="242646" y="1441767"/>
                </a:lnTo>
                <a:lnTo>
                  <a:pt x="242646" y="1826729"/>
                </a:lnTo>
                <a:lnTo>
                  <a:pt x="224586" y="1826729"/>
                </a:lnTo>
                <a:lnTo>
                  <a:pt x="224586" y="1328407"/>
                </a:lnTo>
                <a:lnTo>
                  <a:pt x="117792" y="1328407"/>
                </a:lnTo>
                <a:lnTo>
                  <a:pt x="117792" y="1826729"/>
                </a:lnTo>
                <a:lnTo>
                  <a:pt x="117792" y="1933511"/>
                </a:lnTo>
                <a:lnTo>
                  <a:pt x="474294" y="1933511"/>
                </a:lnTo>
                <a:lnTo>
                  <a:pt x="474294" y="1826729"/>
                </a:lnTo>
                <a:lnTo>
                  <a:pt x="474294" y="1328407"/>
                </a:lnTo>
                <a:close/>
              </a:path>
              <a:path w="2196465" h="1933575">
                <a:moveTo>
                  <a:pt x="528904" y="685380"/>
                </a:moveTo>
                <a:lnTo>
                  <a:pt x="524433" y="639508"/>
                </a:lnTo>
                <a:lnTo>
                  <a:pt x="511314" y="596099"/>
                </a:lnTo>
                <a:lnTo>
                  <a:pt x="491540" y="559066"/>
                </a:lnTo>
                <a:lnTo>
                  <a:pt x="489915" y="556006"/>
                </a:lnTo>
                <a:lnTo>
                  <a:pt x="460705" y="520407"/>
                </a:lnTo>
                <a:lnTo>
                  <a:pt x="425157" y="491134"/>
                </a:lnTo>
                <a:lnTo>
                  <a:pt x="422097" y="489496"/>
                </a:lnTo>
                <a:lnTo>
                  <a:pt x="422097" y="685380"/>
                </a:lnTo>
                <a:lnTo>
                  <a:pt x="412178" y="734491"/>
                </a:lnTo>
                <a:lnTo>
                  <a:pt x="385051" y="774700"/>
                </a:lnTo>
                <a:lnTo>
                  <a:pt x="345059" y="801725"/>
                </a:lnTo>
                <a:lnTo>
                  <a:pt x="296049" y="811669"/>
                </a:lnTo>
                <a:lnTo>
                  <a:pt x="247015" y="801725"/>
                </a:lnTo>
                <a:lnTo>
                  <a:pt x="207035" y="774700"/>
                </a:lnTo>
                <a:lnTo>
                  <a:pt x="179908" y="734491"/>
                </a:lnTo>
                <a:lnTo>
                  <a:pt x="169976" y="685380"/>
                </a:lnTo>
                <a:lnTo>
                  <a:pt x="179908" y="636257"/>
                </a:lnTo>
                <a:lnTo>
                  <a:pt x="206946" y="596099"/>
                </a:lnTo>
                <a:lnTo>
                  <a:pt x="247015" y="569010"/>
                </a:lnTo>
                <a:lnTo>
                  <a:pt x="296049" y="559066"/>
                </a:lnTo>
                <a:lnTo>
                  <a:pt x="345059" y="569010"/>
                </a:lnTo>
                <a:lnTo>
                  <a:pt x="385140" y="596099"/>
                </a:lnTo>
                <a:lnTo>
                  <a:pt x="412178" y="636257"/>
                </a:lnTo>
                <a:lnTo>
                  <a:pt x="422097" y="685380"/>
                </a:lnTo>
                <a:lnTo>
                  <a:pt x="422097" y="489496"/>
                </a:lnTo>
                <a:lnTo>
                  <a:pt x="385191" y="469709"/>
                </a:lnTo>
                <a:lnTo>
                  <a:pt x="341820" y="456552"/>
                </a:lnTo>
                <a:lnTo>
                  <a:pt x="296049" y="452069"/>
                </a:lnTo>
                <a:lnTo>
                  <a:pt x="250266" y="456552"/>
                </a:lnTo>
                <a:lnTo>
                  <a:pt x="206883" y="469709"/>
                </a:lnTo>
                <a:lnTo>
                  <a:pt x="166928" y="491134"/>
                </a:lnTo>
                <a:lnTo>
                  <a:pt x="131394" y="520407"/>
                </a:lnTo>
                <a:lnTo>
                  <a:pt x="102171" y="556006"/>
                </a:lnTo>
                <a:lnTo>
                  <a:pt x="80772" y="596099"/>
                </a:lnTo>
                <a:lnTo>
                  <a:pt x="67652" y="639508"/>
                </a:lnTo>
                <a:lnTo>
                  <a:pt x="63182" y="685380"/>
                </a:lnTo>
                <a:lnTo>
                  <a:pt x="67652" y="731240"/>
                </a:lnTo>
                <a:lnTo>
                  <a:pt x="80784" y="774700"/>
                </a:lnTo>
                <a:lnTo>
                  <a:pt x="102171" y="814730"/>
                </a:lnTo>
                <a:lnTo>
                  <a:pt x="131394" y="850328"/>
                </a:lnTo>
                <a:lnTo>
                  <a:pt x="166928" y="879602"/>
                </a:lnTo>
                <a:lnTo>
                  <a:pt x="206883" y="901026"/>
                </a:lnTo>
                <a:lnTo>
                  <a:pt x="250266" y="914184"/>
                </a:lnTo>
                <a:lnTo>
                  <a:pt x="296049" y="918667"/>
                </a:lnTo>
                <a:lnTo>
                  <a:pt x="341820" y="914184"/>
                </a:lnTo>
                <a:lnTo>
                  <a:pt x="385191" y="901026"/>
                </a:lnTo>
                <a:lnTo>
                  <a:pt x="425157" y="879602"/>
                </a:lnTo>
                <a:lnTo>
                  <a:pt x="460705" y="850328"/>
                </a:lnTo>
                <a:lnTo>
                  <a:pt x="489915" y="814730"/>
                </a:lnTo>
                <a:lnTo>
                  <a:pt x="491540" y="811669"/>
                </a:lnTo>
                <a:lnTo>
                  <a:pt x="511289" y="774700"/>
                </a:lnTo>
                <a:lnTo>
                  <a:pt x="524433" y="731240"/>
                </a:lnTo>
                <a:lnTo>
                  <a:pt x="528904" y="685380"/>
                </a:lnTo>
                <a:close/>
              </a:path>
              <a:path w="2196465" h="1933575">
                <a:moveTo>
                  <a:pt x="585139" y="1151280"/>
                </a:moveTo>
                <a:lnTo>
                  <a:pt x="581253" y="1111364"/>
                </a:lnTo>
                <a:lnTo>
                  <a:pt x="569823" y="1073556"/>
                </a:lnTo>
                <a:lnTo>
                  <a:pt x="551218" y="1038720"/>
                </a:lnTo>
                <a:lnTo>
                  <a:pt x="525805" y="1007745"/>
                </a:lnTo>
                <a:lnTo>
                  <a:pt x="494880" y="982268"/>
                </a:lnTo>
                <a:lnTo>
                  <a:pt x="460108" y="963625"/>
                </a:lnTo>
                <a:lnTo>
                  <a:pt x="422363" y="952169"/>
                </a:lnTo>
                <a:lnTo>
                  <a:pt x="382524" y="948270"/>
                </a:lnTo>
                <a:lnTo>
                  <a:pt x="202615" y="948270"/>
                </a:lnTo>
                <a:lnTo>
                  <a:pt x="162775" y="952169"/>
                </a:lnTo>
                <a:lnTo>
                  <a:pt x="125031" y="963625"/>
                </a:lnTo>
                <a:lnTo>
                  <a:pt x="90271" y="982268"/>
                </a:lnTo>
                <a:lnTo>
                  <a:pt x="59347" y="1007745"/>
                </a:lnTo>
                <a:lnTo>
                  <a:pt x="33934" y="1038720"/>
                </a:lnTo>
                <a:lnTo>
                  <a:pt x="15328" y="1073556"/>
                </a:lnTo>
                <a:lnTo>
                  <a:pt x="3898" y="1111364"/>
                </a:lnTo>
                <a:lnTo>
                  <a:pt x="0" y="1151280"/>
                </a:lnTo>
                <a:lnTo>
                  <a:pt x="0" y="1517624"/>
                </a:lnTo>
                <a:lnTo>
                  <a:pt x="106794" y="1517624"/>
                </a:lnTo>
                <a:lnTo>
                  <a:pt x="106794" y="1151280"/>
                </a:lnTo>
                <a:lnTo>
                  <a:pt x="114338" y="1113942"/>
                </a:lnTo>
                <a:lnTo>
                  <a:pt x="134886" y="1083424"/>
                </a:lnTo>
                <a:lnTo>
                  <a:pt x="165354" y="1062837"/>
                </a:lnTo>
                <a:lnTo>
                  <a:pt x="202615" y="1055281"/>
                </a:lnTo>
                <a:lnTo>
                  <a:pt x="382524" y="1055281"/>
                </a:lnTo>
                <a:lnTo>
                  <a:pt x="419785" y="1062824"/>
                </a:lnTo>
                <a:lnTo>
                  <a:pt x="450253" y="1083424"/>
                </a:lnTo>
                <a:lnTo>
                  <a:pt x="470801" y="1113942"/>
                </a:lnTo>
                <a:lnTo>
                  <a:pt x="478345" y="1151280"/>
                </a:lnTo>
                <a:lnTo>
                  <a:pt x="478345" y="1517624"/>
                </a:lnTo>
                <a:lnTo>
                  <a:pt x="585139" y="1517624"/>
                </a:lnTo>
                <a:lnTo>
                  <a:pt x="585139" y="1151280"/>
                </a:lnTo>
                <a:close/>
              </a:path>
              <a:path w="2196465" h="1933575">
                <a:moveTo>
                  <a:pt x="1950173" y="872045"/>
                </a:moveTo>
                <a:lnTo>
                  <a:pt x="1843379" y="872045"/>
                </a:lnTo>
                <a:lnTo>
                  <a:pt x="1843379" y="1247051"/>
                </a:lnTo>
                <a:lnTo>
                  <a:pt x="641413" y="1247051"/>
                </a:lnTo>
                <a:lnTo>
                  <a:pt x="641413" y="1353832"/>
                </a:lnTo>
                <a:lnTo>
                  <a:pt x="1950173" y="1353832"/>
                </a:lnTo>
                <a:lnTo>
                  <a:pt x="1950173" y="1247051"/>
                </a:lnTo>
                <a:lnTo>
                  <a:pt x="1950173" y="872045"/>
                </a:lnTo>
                <a:close/>
              </a:path>
              <a:path w="2196465" h="1933575">
                <a:moveTo>
                  <a:pt x="2054707" y="107378"/>
                </a:moveTo>
                <a:lnTo>
                  <a:pt x="1947913" y="107378"/>
                </a:lnTo>
                <a:lnTo>
                  <a:pt x="1947913" y="164998"/>
                </a:lnTo>
                <a:lnTo>
                  <a:pt x="2054707" y="164998"/>
                </a:lnTo>
                <a:lnTo>
                  <a:pt x="2054707" y="107378"/>
                </a:lnTo>
                <a:close/>
              </a:path>
              <a:path w="2196465" h="1933575">
                <a:moveTo>
                  <a:pt x="2054707" y="0"/>
                </a:moveTo>
                <a:lnTo>
                  <a:pt x="239179" y="0"/>
                </a:lnTo>
                <a:lnTo>
                  <a:pt x="239179" y="106781"/>
                </a:lnTo>
                <a:lnTo>
                  <a:pt x="239179" y="165252"/>
                </a:lnTo>
                <a:lnTo>
                  <a:pt x="239179" y="272034"/>
                </a:lnTo>
                <a:lnTo>
                  <a:pt x="343700" y="272034"/>
                </a:lnTo>
                <a:lnTo>
                  <a:pt x="343700" y="424256"/>
                </a:lnTo>
                <a:lnTo>
                  <a:pt x="450507" y="424256"/>
                </a:lnTo>
                <a:lnTo>
                  <a:pt x="450507" y="272034"/>
                </a:lnTo>
                <a:lnTo>
                  <a:pt x="2054707" y="272034"/>
                </a:lnTo>
                <a:lnTo>
                  <a:pt x="2054707" y="165252"/>
                </a:lnTo>
                <a:lnTo>
                  <a:pt x="345973" y="165252"/>
                </a:lnTo>
                <a:lnTo>
                  <a:pt x="345973" y="106781"/>
                </a:lnTo>
                <a:lnTo>
                  <a:pt x="2054707" y="106781"/>
                </a:lnTo>
                <a:lnTo>
                  <a:pt x="2054707" y="0"/>
                </a:lnTo>
                <a:close/>
              </a:path>
              <a:path w="2196465" h="1933575">
                <a:moveTo>
                  <a:pt x="2196401" y="450316"/>
                </a:moveTo>
                <a:lnTo>
                  <a:pt x="2180031" y="408520"/>
                </a:lnTo>
                <a:lnTo>
                  <a:pt x="2140394" y="387959"/>
                </a:lnTo>
                <a:lnTo>
                  <a:pt x="2066582" y="379120"/>
                </a:lnTo>
                <a:lnTo>
                  <a:pt x="2066582" y="486879"/>
                </a:lnTo>
                <a:lnTo>
                  <a:pt x="1985492" y="648614"/>
                </a:lnTo>
                <a:lnTo>
                  <a:pt x="1955800" y="593242"/>
                </a:lnTo>
                <a:lnTo>
                  <a:pt x="1228026" y="985126"/>
                </a:lnTo>
                <a:lnTo>
                  <a:pt x="1136027" y="813612"/>
                </a:lnTo>
                <a:lnTo>
                  <a:pt x="1058303" y="668705"/>
                </a:lnTo>
                <a:lnTo>
                  <a:pt x="742454" y="838758"/>
                </a:lnTo>
                <a:lnTo>
                  <a:pt x="700773" y="761034"/>
                </a:lnTo>
                <a:lnTo>
                  <a:pt x="1094168" y="549198"/>
                </a:lnTo>
                <a:lnTo>
                  <a:pt x="1263891" y="865632"/>
                </a:lnTo>
                <a:lnTo>
                  <a:pt x="1533017" y="720725"/>
                </a:lnTo>
                <a:lnTo>
                  <a:pt x="1914105" y="515531"/>
                </a:lnTo>
                <a:lnTo>
                  <a:pt x="1887207" y="465378"/>
                </a:lnTo>
                <a:lnTo>
                  <a:pt x="2066582" y="486879"/>
                </a:lnTo>
                <a:lnTo>
                  <a:pt x="2066582" y="379120"/>
                </a:lnTo>
                <a:lnTo>
                  <a:pt x="1817319" y="349250"/>
                </a:lnTo>
                <a:lnTo>
                  <a:pt x="1768970" y="363613"/>
                </a:lnTo>
                <a:lnTo>
                  <a:pt x="1746364" y="408520"/>
                </a:lnTo>
                <a:lnTo>
                  <a:pt x="1746250" y="409130"/>
                </a:lnTo>
                <a:lnTo>
                  <a:pt x="1747672" y="426224"/>
                </a:lnTo>
                <a:lnTo>
                  <a:pt x="1753781" y="442633"/>
                </a:lnTo>
                <a:lnTo>
                  <a:pt x="1769491" y="471932"/>
                </a:lnTo>
                <a:lnTo>
                  <a:pt x="1307426" y="720725"/>
                </a:lnTo>
                <a:lnTo>
                  <a:pt x="1215428" y="549198"/>
                </a:lnTo>
                <a:lnTo>
                  <a:pt x="1137691" y="404304"/>
                </a:lnTo>
                <a:lnTo>
                  <a:pt x="556158" y="717435"/>
                </a:lnTo>
                <a:lnTo>
                  <a:pt x="698944" y="983653"/>
                </a:lnTo>
                <a:lnTo>
                  <a:pt x="968082" y="838758"/>
                </a:lnTo>
                <a:lnTo>
                  <a:pt x="1014780" y="813612"/>
                </a:lnTo>
                <a:lnTo>
                  <a:pt x="1184516" y="1130020"/>
                </a:lnTo>
                <a:lnTo>
                  <a:pt x="1453642" y="985126"/>
                </a:lnTo>
                <a:lnTo>
                  <a:pt x="1912289" y="738149"/>
                </a:lnTo>
                <a:lnTo>
                  <a:pt x="1930793" y="772668"/>
                </a:lnTo>
                <a:lnTo>
                  <a:pt x="1941093" y="786815"/>
                </a:lnTo>
                <a:lnTo>
                  <a:pt x="1954530" y="797433"/>
                </a:lnTo>
                <a:lnTo>
                  <a:pt x="1970328" y="804049"/>
                </a:lnTo>
                <a:lnTo>
                  <a:pt x="1987677" y="806196"/>
                </a:lnTo>
                <a:lnTo>
                  <a:pt x="2004949" y="803579"/>
                </a:lnTo>
                <a:lnTo>
                  <a:pt x="2043607" y="771105"/>
                </a:lnTo>
                <a:lnTo>
                  <a:pt x="2105012" y="648614"/>
                </a:lnTo>
                <a:lnTo>
                  <a:pt x="2189645" y="479780"/>
                </a:lnTo>
                <a:lnTo>
                  <a:pt x="2194801" y="465378"/>
                </a:lnTo>
                <a:lnTo>
                  <a:pt x="2196401" y="450316"/>
                </a:lnTo>
                <a:close/>
              </a:path>
            </a:pathLst>
          </a:custGeom>
          <a:solidFill>
            <a:srgbClr val="000000"/>
          </a:solidFill>
          <a:ln w="0">
            <a:noFill/>
          </a:ln>
        </p:spPr>
        <p:style>
          <a:lnRef idx="0"/>
          <a:fillRef idx="0"/>
          <a:effectRef idx="0"/>
          <a:fontRef idx="minor"/>
        </p:style>
        <p:txBody>
          <a:bodyPr lIns="0" tIns="0" rIns="0" bIns="0" anchor="t">
            <a:noAutofit/>
          </a:bodyPr>
          <a:p>
            <a:endParaRPr lang="en-IN" sz="1800" b="0" u="none" strike="noStrike">
              <a:solidFill>
                <a:srgbClr val="FFFFFF"/>
              </a:solidFill>
              <a:effectLst/>
              <a:uFillTx/>
              <a:latin typeface="Arial"/>
            </a:endParaRPr>
          </a:p>
        </p:txBody>
      </p:sp>
      <p:sp>
        <p:nvSpPr>
          <p:cNvPr id="81" name=""/>
          <p:cNvSpPr txBox="1"/>
          <p:nvPr/>
        </p:nvSpPr>
        <p:spPr>
          <a:xfrm>
            <a:off x="2340000" y="3600000"/>
            <a:ext cx="7803720" cy="8867160"/>
          </a:xfrm>
          <a:prstGeom prst="rect">
            <a:avLst/>
          </a:prstGeom>
          <a:noFill/>
          <a:ln w="0">
            <a:noFill/>
          </a:ln>
        </p:spPr>
        <p:txBody>
          <a:bodyPr lIns="90000" tIns="45000" rIns="90000" bIns="45000" anchor="t">
            <a:spAutoFit/>
          </a:bodyPr>
          <a:p>
            <a:r>
              <a:rPr lang="en-IN" sz="2800" b="1" u="none" strike="noStrike">
                <a:solidFill>
                  <a:srgbClr val="000000"/>
                </a:solidFill>
                <a:effectLst/>
                <a:uFillTx/>
                <a:latin typeface="Arial"/>
              </a:rPr>
              <a:t>Expected Final Results</a:t>
            </a:r>
            <a:endParaRPr lang="en-IN" sz="2800" b="1"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IN" sz="2300" b="0" u="none" strike="noStrike">
                <a:solidFill>
                  <a:srgbClr val="000000"/>
                </a:solidFill>
                <a:effectLst/>
                <a:uFillTx/>
                <a:latin typeface="Arial"/>
              </a:rPr>
              <a:t>Complete exploratory and statistical analysis </a:t>
            </a:r>
            <a:r>
              <a:rPr lang="en-IN" sz="2300" b="0" u="none" strike="noStrike">
                <a:solidFill>
                  <a:srgbClr val="000000"/>
                </a:solidFill>
                <a:effectLst/>
                <a:uFillTx/>
                <a:latin typeface="Arial"/>
              </a:rPr>
              <a:t>of the dataset. </a:t>
            </a:r>
            <a:endParaRPr lang="en-IN" sz="23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IN" sz="2300" b="0" u="none" strike="noStrike">
                <a:solidFill>
                  <a:srgbClr val="000000"/>
                </a:solidFill>
                <a:effectLst/>
                <a:uFillTx/>
                <a:latin typeface="Arial"/>
              </a:rPr>
              <a:t>Identify important features and fraud-related </a:t>
            </a:r>
            <a:r>
              <a:rPr lang="en-IN" sz="2300" b="0" u="none" strike="noStrike">
                <a:solidFill>
                  <a:srgbClr val="000000"/>
                </a:solidFill>
                <a:effectLst/>
                <a:uFillTx/>
                <a:latin typeface="Arial"/>
              </a:rPr>
              <a:t>patterns. </a:t>
            </a:r>
            <a:endParaRPr lang="en-IN" sz="23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IN" sz="2300" b="0" u="none" strike="noStrike">
                <a:solidFill>
                  <a:srgbClr val="000000"/>
                </a:solidFill>
                <a:effectLst/>
                <a:uFillTx/>
                <a:latin typeface="Arial"/>
              </a:rPr>
              <a:t>Perform multivariate analysis. </a:t>
            </a:r>
            <a:endParaRPr lang="en-IN" sz="23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IN" sz="2300" b="0" u="none" strike="noStrike">
                <a:solidFill>
                  <a:srgbClr val="000000"/>
                </a:solidFill>
                <a:effectLst/>
                <a:uFillTx/>
                <a:latin typeface="Arial"/>
              </a:rPr>
              <a:t>Handle class imbalance using SMOTE. </a:t>
            </a:r>
            <a:endParaRPr lang="en-IN" sz="23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IN" sz="2300" b="0" u="none" strike="noStrike">
                <a:solidFill>
                  <a:srgbClr val="000000"/>
                </a:solidFill>
                <a:effectLst/>
                <a:uFillTx/>
                <a:latin typeface="Arial"/>
              </a:rPr>
              <a:t>Develop an XGBoost fraud detection model. </a:t>
            </a:r>
            <a:endParaRPr lang="en-IN" sz="23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IN" sz="2300" b="0" u="none" strike="noStrike">
                <a:solidFill>
                  <a:srgbClr val="000000"/>
                </a:solidFill>
                <a:effectLst/>
                <a:uFillTx/>
                <a:latin typeface="Arial"/>
              </a:rPr>
              <a:t>Evaluate model performance using suitable </a:t>
            </a:r>
            <a:r>
              <a:rPr lang="en-IN" sz="2300" b="0" u="none" strike="noStrike">
                <a:solidFill>
                  <a:srgbClr val="000000"/>
                </a:solidFill>
                <a:effectLst/>
                <a:uFillTx/>
                <a:latin typeface="Arial"/>
              </a:rPr>
              <a:t>metrics. </a:t>
            </a:r>
            <a:endParaRPr lang="en-IN" sz="23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IN" sz="2300" b="0" u="none" strike="noStrike">
                <a:solidFill>
                  <a:srgbClr val="000000"/>
                </a:solidFill>
                <a:effectLst/>
                <a:uFillTx/>
                <a:latin typeface="Arial"/>
              </a:rPr>
              <a:t>Develop an interactive Streamlit + Plotly </a:t>
            </a:r>
            <a:r>
              <a:rPr lang="en-IN" sz="2300" b="0" u="none" strike="noStrike">
                <a:solidFill>
                  <a:srgbClr val="000000"/>
                </a:solidFill>
                <a:effectLst/>
                <a:uFillTx/>
                <a:latin typeface="Arial"/>
              </a:rPr>
              <a:t>dashboard.</a:t>
            </a:r>
            <a:endParaRPr lang="en-IN" sz="23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endParaRPr lang="en-IN" sz="2300" b="0" u="none" strike="noStrike">
              <a:solidFill>
                <a:srgbClr val="000000"/>
              </a:solidFill>
              <a:effectLst/>
              <a:uFillTx/>
              <a:latin typeface="Arial"/>
            </a:endParaRPr>
          </a:p>
        </p:txBody>
      </p:sp>
      <p:sp>
        <p:nvSpPr>
          <p:cNvPr id="82" name=""/>
          <p:cNvSpPr txBox="1"/>
          <p:nvPr/>
        </p:nvSpPr>
        <p:spPr>
          <a:xfrm>
            <a:off x="10260000" y="3780000"/>
            <a:ext cx="7560000" cy="5238360"/>
          </a:xfrm>
          <a:prstGeom prst="rect">
            <a:avLst/>
          </a:prstGeom>
          <a:noFill/>
          <a:ln w="0">
            <a:noFill/>
          </a:ln>
        </p:spPr>
        <p:txBody>
          <a:bodyPr lIns="90000" tIns="45000" rIns="90000" bIns="45000" anchor="t">
            <a:spAutoFit/>
          </a:bodyPr>
          <a:p>
            <a:r>
              <a:rPr lang="en-IN" sz="2800" b="1" u="none" strike="noStrike">
                <a:solidFill>
                  <a:srgbClr val="000000"/>
                </a:solidFill>
                <a:effectLst/>
                <a:uFillTx/>
                <a:latin typeface="Arial"/>
              </a:rPr>
              <a:t>Current Status</a:t>
            </a:r>
            <a:endParaRPr lang="en-IN" sz="2800" b="1" u="none" strike="noStrike">
              <a:solidFill>
                <a:srgbClr val="000000"/>
              </a:solidFill>
              <a:effectLst/>
              <a:uFillTx/>
              <a:latin typeface="Arial"/>
            </a:endParaRPr>
          </a:p>
          <a:p>
            <a:r>
              <a:rPr lang="en-IN" sz="2800" b="1" u="none" strike="noStrike">
                <a:solidFill>
                  <a:srgbClr val="000000"/>
                </a:solidFill>
                <a:effectLst/>
                <a:uFillTx/>
                <a:latin typeface="Arial"/>
              </a:rPr>
              <a:t>Completed:</a:t>
            </a:r>
            <a:endParaRPr lang="en-IN" sz="2800" b="0" u="none" strike="noStrike">
              <a:solidFill>
                <a:srgbClr val="000000"/>
              </a:solidFill>
              <a:effectLst/>
              <a:uFillTx/>
              <a:latin typeface="Arial"/>
            </a:endParaRPr>
          </a:p>
          <a:p>
            <a:r>
              <a:rPr lang="en-IN" sz="2300" b="0" u="none" strike="noStrike">
                <a:solidFill>
                  <a:srgbClr val="000000"/>
                </a:solidFill>
                <a:effectLst/>
                <a:uFillTx/>
                <a:latin typeface="Arial"/>
              </a:rPr>
              <a:t>Data Collection → Preprocessing → Feature Engineering → EDA → Univariate Analysis → Bivariate Analysis</a:t>
            </a:r>
            <a:endParaRPr lang="en-IN" sz="2300" b="0" u="none" strike="noStrike">
              <a:solidFill>
                <a:srgbClr val="000000"/>
              </a:solidFill>
              <a:effectLst/>
              <a:uFillTx/>
              <a:latin typeface="Arial"/>
            </a:endParaRPr>
          </a:p>
          <a:p>
            <a:endParaRPr lang="en-IN" sz="2300" b="0" u="none" strike="noStrike">
              <a:solidFill>
                <a:srgbClr val="000000"/>
              </a:solidFill>
              <a:effectLst/>
              <a:uFillTx/>
              <a:latin typeface="Arial"/>
            </a:endParaRPr>
          </a:p>
          <a:p>
            <a:r>
              <a:rPr lang="en-IN" sz="2800" b="1" u="none" strike="noStrike">
                <a:solidFill>
                  <a:srgbClr val="000000"/>
                </a:solidFill>
                <a:effectLst/>
                <a:uFillTx/>
                <a:latin typeface="Arial"/>
              </a:rPr>
              <a:t>In Progress / Future:</a:t>
            </a:r>
            <a:endParaRPr lang="en-IN" sz="2800" b="0" u="none" strike="noStrike">
              <a:solidFill>
                <a:srgbClr val="000000"/>
              </a:solidFill>
              <a:effectLst/>
              <a:uFillTx/>
              <a:latin typeface="Arial"/>
            </a:endParaRPr>
          </a:p>
          <a:p>
            <a:r>
              <a:rPr lang="en-IN" sz="2300" b="0" u="none" strike="noStrike">
                <a:solidFill>
                  <a:srgbClr val="000000"/>
                </a:solidFill>
                <a:effectLst/>
                <a:uFillTx/>
                <a:latin typeface="Arial"/>
              </a:rPr>
              <a:t>Multivariate Analysis → SMOTE → ML Model → Evaluation → Dashboard</a:t>
            </a:r>
            <a:endParaRPr lang="en-IN" sz="2300" b="0" u="none" strike="noStrike">
              <a:solidFill>
                <a:srgbClr val="000000"/>
              </a:solidFill>
              <a:effectLst/>
              <a:uFillTx/>
              <a:latin typeface="Arial"/>
            </a:endParaRPr>
          </a:p>
          <a:p>
            <a:endParaRPr lang="en-IN" sz="2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2550960" y="550800"/>
            <a:ext cx="13186080" cy="1431720"/>
          </a:xfrm>
          <a:prstGeom prst="rect">
            <a:avLst/>
          </a:prstGeom>
          <a:noFill/>
          <a:ln w="0">
            <a:noFill/>
          </a:ln>
        </p:spPr>
        <p:txBody>
          <a:bodyPr lIns="0" tIns="478080" rIns="0" bIns="0" anchor="t">
            <a:spAutoFit/>
          </a:bodyPr>
          <a:p>
            <a:pPr marL="2075040" indent="0" algn="l">
              <a:lnSpc>
                <a:spcPct val="100000"/>
              </a:lnSpc>
              <a:spcBef>
                <a:spcPts val="130"/>
              </a:spcBef>
              <a:buNone/>
            </a:pPr>
            <a:r>
              <a:rPr lang="en-IN" sz="5900" b="0" u="none" spc="-374" strike="noStrike">
                <a:solidFill>
                  <a:schemeClr val="lt1"/>
                </a:solidFill>
                <a:effectLst/>
                <a:uFillTx/>
                <a:latin typeface="Arial Black"/>
              </a:rPr>
              <a:t>Roles</a:t>
            </a:r>
            <a:r>
              <a:rPr lang="en-IN" sz="5900" b="0" u="none" spc="-780" strike="noStrike">
                <a:solidFill>
                  <a:schemeClr val="lt1"/>
                </a:solidFill>
                <a:effectLst/>
                <a:uFillTx/>
                <a:latin typeface="Arial Black"/>
              </a:rPr>
              <a:t> </a:t>
            </a:r>
            <a:r>
              <a:rPr lang="en-IN" sz="5900" b="0" u="none" spc="-524" strike="noStrike">
                <a:solidFill>
                  <a:schemeClr val="lt1"/>
                </a:solidFill>
                <a:effectLst/>
                <a:uFillTx/>
                <a:latin typeface="Arial Black"/>
              </a:rPr>
              <a:t>&amp;</a:t>
            </a:r>
            <a:r>
              <a:rPr lang="en-IN" sz="5900" b="0" u="none" spc="-709" strike="noStrike">
                <a:solidFill>
                  <a:schemeClr val="lt1"/>
                </a:solidFill>
                <a:effectLst/>
                <a:uFillTx/>
                <a:latin typeface="Arial Black"/>
              </a:rPr>
              <a:t> </a:t>
            </a:r>
            <a:r>
              <a:rPr lang="en-IN" sz="5900" b="0" u="none" spc="-224" strike="noStrike">
                <a:solidFill>
                  <a:schemeClr val="lt1"/>
                </a:solidFill>
                <a:effectLst/>
                <a:uFillTx/>
                <a:latin typeface="Arial Black"/>
              </a:rPr>
              <a:t>Responsibilities</a:t>
            </a:r>
            <a:endParaRPr lang="en-IN" sz="5900" b="0" u="none" strike="noStrike">
              <a:solidFill>
                <a:srgbClr val="000000"/>
              </a:solidFill>
              <a:effectLst/>
              <a:uFillTx/>
              <a:latin typeface="Calibri"/>
            </a:endParaRPr>
          </a:p>
        </p:txBody>
      </p:sp>
      <p:grpSp>
        <p:nvGrpSpPr>
          <p:cNvPr id="84" name="object 2"/>
          <p:cNvGrpSpPr/>
          <p:nvPr/>
        </p:nvGrpSpPr>
        <p:grpSpPr>
          <a:xfrm>
            <a:off x="307800" y="3193560"/>
            <a:ext cx="2384640" cy="2252160"/>
            <a:chOff x="307800" y="3193560"/>
            <a:chExt cx="2384640" cy="2252160"/>
          </a:xfrm>
        </p:grpSpPr>
        <p:sp>
          <p:nvSpPr>
            <p:cNvPr id="85" name="object 3"/>
            <p:cNvSpPr/>
            <p:nvPr/>
          </p:nvSpPr>
          <p:spPr>
            <a:xfrm>
              <a:off x="307800" y="3197880"/>
              <a:ext cx="2384640" cy="2247480"/>
            </a:xfrm>
            <a:custGeom>
              <a:avLst/>
              <a:gdLst>
                <a:gd name="textAreaLeft" fmla="*/ 0 w 2384640"/>
                <a:gd name="textAreaRight" fmla="*/ 2385000 w 2384640"/>
                <a:gd name="textAreaTop" fmla="*/ 0 h 2247480"/>
                <a:gd name="textAreaBottom" fmla="*/ 2247840 h 2247480"/>
              </a:gdLst>
              <a:ahLst/>
              <a:cxnLst/>
              <a:rect l="textAreaLeft" t="textAreaTop" r="textAreaRight" b="textAreaBottom"/>
              <a:pathLst>
                <a:path w="2385060" h="2247900">
                  <a:moveTo>
                    <a:pt x="2312095" y="1231900"/>
                  </a:moveTo>
                  <a:lnTo>
                    <a:pt x="1697922" y="1231899"/>
                  </a:lnTo>
                  <a:lnTo>
                    <a:pt x="1680623" y="1244599"/>
                  </a:lnTo>
                  <a:lnTo>
                    <a:pt x="1668962" y="1257299"/>
                  </a:lnTo>
                  <a:lnTo>
                    <a:pt x="1664686" y="1282699"/>
                  </a:lnTo>
                  <a:lnTo>
                    <a:pt x="1664686" y="1435099"/>
                  </a:lnTo>
                  <a:lnTo>
                    <a:pt x="1299636" y="1435099"/>
                  </a:lnTo>
                  <a:lnTo>
                    <a:pt x="1278439" y="1447799"/>
                  </a:lnTo>
                  <a:lnTo>
                    <a:pt x="1261118" y="1460499"/>
                  </a:lnTo>
                  <a:lnTo>
                    <a:pt x="1249433" y="1473199"/>
                  </a:lnTo>
                  <a:lnTo>
                    <a:pt x="1245147" y="1498599"/>
                  </a:lnTo>
                  <a:lnTo>
                    <a:pt x="1245147" y="1663699"/>
                  </a:lnTo>
                  <a:lnTo>
                    <a:pt x="740661" y="1663699"/>
                  </a:lnTo>
                  <a:lnTo>
                    <a:pt x="723339" y="1676399"/>
                  </a:lnTo>
                  <a:lnTo>
                    <a:pt x="711655" y="1689099"/>
                  </a:lnTo>
                  <a:lnTo>
                    <a:pt x="707368" y="1714499"/>
                  </a:lnTo>
                  <a:lnTo>
                    <a:pt x="707368" y="1943099"/>
                  </a:lnTo>
                  <a:lnTo>
                    <a:pt x="309048" y="1943099"/>
                  </a:lnTo>
                  <a:lnTo>
                    <a:pt x="287846" y="1955799"/>
                  </a:lnTo>
                  <a:lnTo>
                    <a:pt x="270532" y="1968499"/>
                  </a:lnTo>
                  <a:lnTo>
                    <a:pt x="258859" y="1981199"/>
                  </a:lnTo>
                  <a:lnTo>
                    <a:pt x="254579" y="2006599"/>
                  </a:lnTo>
                  <a:lnTo>
                    <a:pt x="254579" y="2247899"/>
                  </a:lnTo>
                  <a:lnTo>
                    <a:pt x="2345330" y="2247899"/>
                  </a:lnTo>
                  <a:lnTo>
                    <a:pt x="2345330" y="1282700"/>
                  </a:lnTo>
                  <a:lnTo>
                    <a:pt x="2341054" y="1257300"/>
                  </a:lnTo>
                  <a:lnTo>
                    <a:pt x="2329393" y="1244600"/>
                  </a:lnTo>
                  <a:lnTo>
                    <a:pt x="2312095" y="1231900"/>
                  </a:lnTo>
                  <a:close/>
                </a:path>
                <a:path w="2385060" h="2247900">
                  <a:moveTo>
                    <a:pt x="534158" y="1384299"/>
                  </a:moveTo>
                  <a:lnTo>
                    <a:pt x="325777" y="1384299"/>
                  </a:lnTo>
                  <a:lnTo>
                    <a:pt x="322992" y="1409699"/>
                  </a:lnTo>
                  <a:lnTo>
                    <a:pt x="306659" y="1511299"/>
                  </a:lnTo>
                  <a:lnTo>
                    <a:pt x="314047" y="1511299"/>
                  </a:lnTo>
                  <a:lnTo>
                    <a:pt x="301015" y="1536699"/>
                  </a:lnTo>
                  <a:lnTo>
                    <a:pt x="289403" y="1562099"/>
                  </a:lnTo>
                  <a:lnTo>
                    <a:pt x="279791" y="1587499"/>
                  </a:lnTo>
                  <a:lnTo>
                    <a:pt x="272208" y="1612899"/>
                  </a:lnTo>
                  <a:lnTo>
                    <a:pt x="266684" y="1638299"/>
                  </a:lnTo>
                  <a:lnTo>
                    <a:pt x="260376" y="1676399"/>
                  </a:lnTo>
                  <a:lnTo>
                    <a:pt x="248626" y="1714499"/>
                  </a:lnTo>
                  <a:lnTo>
                    <a:pt x="239580" y="1727199"/>
                  </a:lnTo>
                  <a:lnTo>
                    <a:pt x="227445" y="1752599"/>
                  </a:lnTo>
                  <a:lnTo>
                    <a:pt x="212471" y="1765299"/>
                  </a:lnTo>
                  <a:lnTo>
                    <a:pt x="194909" y="1777999"/>
                  </a:lnTo>
                  <a:lnTo>
                    <a:pt x="61982" y="1879599"/>
                  </a:lnTo>
                  <a:lnTo>
                    <a:pt x="65893" y="1892299"/>
                  </a:lnTo>
                  <a:lnTo>
                    <a:pt x="47284" y="1892299"/>
                  </a:lnTo>
                  <a:lnTo>
                    <a:pt x="29578" y="1904999"/>
                  </a:lnTo>
                  <a:lnTo>
                    <a:pt x="13556" y="1917699"/>
                  </a:lnTo>
                  <a:lnTo>
                    <a:pt x="0" y="1917699"/>
                  </a:lnTo>
                  <a:lnTo>
                    <a:pt x="70886" y="2070099"/>
                  </a:lnTo>
                  <a:lnTo>
                    <a:pt x="78433" y="2031999"/>
                  </a:lnTo>
                  <a:lnTo>
                    <a:pt x="83418" y="2006599"/>
                  </a:lnTo>
                  <a:lnTo>
                    <a:pt x="84711" y="1981199"/>
                  </a:lnTo>
                  <a:lnTo>
                    <a:pt x="81180" y="1943099"/>
                  </a:lnTo>
                  <a:lnTo>
                    <a:pt x="120819" y="1943099"/>
                  </a:lnTo>
                  <a:lnTo>
                    <a:pt x="273858" y="1866899"/>
                  </a:lnTo>
                  <a:lnTo>
                    <a:pt x="307327" y="1854199"/>
                  </a:lnTo>
                  <a:lnTo>
                    <a:pt x="336161" y="1828799"/>
                  </a:lnTo>
                  <a:lnTo>
                    <a:pt x="359656" y="1790699"/>
                  </a:lnTo>
                  <a:lnTo>
                    <a:pt x="377105" y="1752599"/>
                  </a:lnTo>
                  <a:lnTo>
                    <a:pt x="427696" y="1625599"/>
                  </a:lnTo>
                  <a:lnTo>
                    <a:pt x="644711" y="1625599"/>
                  </a:lnTo>
                  <a:lnTo>
                    <a:pt x="638485" y="1587499"/>
                  </a:lnTo>
                  <a:lnTo>
                    <a:pt x="608698" y="1562099"/>
                  </a:lnTo>
                  <a:lnTo>
                    <a:pt x="501585" y="1498599"/>
                  </a:lnTo>
                  <a:lnTo>
                    <a:pt x="497149" y="1447799"/>
                  </a:lnTo>
                  <a:lnTo>
                    <a:pt x="497284" y="1435099"/>
                  </a:lnTo>
                  <a:lnTo>
                    <a:pt x="498911" y="1435099"/>
                  </a:lnTo>
                  <a:lnTo>
                    <a:pt x="501932" y="1422399"/>
                  </a:lnTo>
                  <a:lnTo>
                    <a:pt x="506249" y="1422399"/>
                  </a:lnTo>
                  <a:lnTo>
                    <a:pt x="520857" y="1409699"/>
                  </a:lnTo>
                  <a:lnTo>
                    <a:pt x="528512" y="1396999"/>
                  </a:lnTo>
                  <a:lnTo>
                    <a:pt x="534158" y="1384299"/>
                  </a:lnTo>
                  <a:close/>
                </a:path>
                <a:path w="2385060" h="2247900">
                  <a:moveTo>
                    <a:pt x="120819" y="1943099"/>
                  </a:moveTo>
                  <a:lnTo>
                    <a:pt x="90561" y="1943099"/>
                  </a:lnTo>
                  <a:lnTo>
                    <a:pt x="95312" y="1955799"/>
                  </a:lnTo>
                  <a:lnTo>
                    <a:pt x="120819" y="1943099"/>
                  </a:lnTo>
                  <a:close/>
                </a:path>
                <a:path w="2385060" h="2247900">
                  <a:moveTo>
                    <a:pt x="560362" y="1866899"/>
                  </a:moveTo>
                  <a:lnTo>
                    <a:pt x="499471" y="1866899"/>
                  </a:lnTo>
                  <a:lnTo>
                    <a:pt x="496452" y="1879599"/>
                  </a:lnTo>
                  <a:lnTo>
                    <a:pt x="495175" y="1904999"/>
                  </a:lnTo>
                  <a:lnTo>
                    <a:pt x="495515" y="1930399"/>
                  </a:lnTo>
                  <a:lnTo>
                    <a:pt x="497350" y="1943099"/>
                  </a:lnTo>
                  <a:lnTo>
                    <a:pt x="656771" y="1943099"/>
                  </a:lnTo>
                  <a:lnTo>
                    <a:pt x="634485" y="1930399"/>
                  </a:lnTo>
                  <a:lnTo>
                    <a:pt x="610847" y="1917699"/>
                  </a:lnTo>
                  <a:lnTo>
                    <a:pt x="585256" y="1892299"/>
                  </a:lnTo>
                  <a:lnTo>
                    <a:pt x="557107" y="1892299"/>
                  </a:lnTo>
                  <a:lnTo>
                    <a:pt x="560362" y="1866899"/>
                  </a:lnTo>
                  <a:close/>
                </a:path>
                <a:path w="2385060" h="2247900">
                  <a:moveTo>
                    <a:pt x="644711" y="1625599"/>
                  </a:moveTo>
                  <a:lnTo>
                    <a:pt x="427696" y="1625599"/>
                  </a:lnTo>
                  <a:lnTo>
                    <a:pt x="513885" y="1676399"/>
                  </a:lnTo>
                  <a:lnTo>
                    <a:pt x="495820" y="1866899"/>
                  </a:lnTo>
                  <a:lnTo>
                    <a:pt x="565341" y="1866899"/>
                  </a:lnTo>
                  <a:lnTo>
                    <a:pt x="587399" y="1816099"/>
                  </a:lnTo>
                  <a:lnTo>
                    <a:pt x="606528" y="1777999"/>
                  </a:lnTo>
                  <a:lnTo>
                    <a:pt x="622555" y="1727199"/>
                  </a:lnTo>
                  <a:lnTo>
                    <a:pt x="635310" y="1689099"/>
                  </a:lnTo>
                  <a:lnTo>
                    <a:pt x="644619" y="1638299"/>
                  </a:lnTo>
                  <a:lnTo>
                    <a:pt x="644711" y="1625599"/>
                  </a:lnTo>
                  <a:close/>
                </a:path>
                <a:path w="2385060" h="2247900">
                  <a:moveTo>
                    <a:pt x="990618" y="1587499"/>
                  </a:moveTo>
                  <a:lnTo>
                    <a:pt x="923312" y="1587499"/>
                  </a:lnTo>
                  <a:lnTo>
                    <a:pt x="920695" y="1600199"/>
                  </a:lnTo>
                  <a:lnTo>
                    <a:pt x="830036" y="1663699"/>
                  </a:lnTo>
                  <a:lnTo>
                    <a:pt x="990618" y="1663699"/>
                  </a:lnTo>
                  <a:lnTo>
                    <a:pt x="990618" y="1587499"/>
                  </a:lnTo>
                  <a:close/>
                </a:path>
                <a:path w="2385060" h="2247900">
                  <a:moveTo>
                    <a:pt x="1195400" y="1244599"/>
                  </a:moveTo>
                  <a:lnTo>
                    <a:pt x="1067319" y="1244599"/>
                  </a:lnTo>
                  <a:lnTo>
                    <a:pt x="1067319" y="1358899"/>
                  </a:lnTo>
                  <a:lnTo>
                    <a:pt x="1067823" y="1358899"/>
                  </a:lnTo>
                  <a:lnTo>
                    <a:pt x="1069038" y="1371599"/>
                  </a:lnTo>
                  <a:lnTo>
                    <a:pt x="1070971" y="1384299"/>
                  </a:lnTo>
                  <a:lnTo>
                    <a:pt x="1073627" y="1396999"/>
                  </a:lnTo>
                  <a:lnTo>
                    <a:pt x="1133216" y="1587499"/>
                  </a:lnTo>
                  <a:lnTo>
                    <a:pt x="1139993" y="1587499"/>
                  </a:lnTo>
                  <a:lnTo>
                    <a:pt x="1138450" y="1600199"/>
                  </a:lnTo>
                  <a:lnTo>
                    <a:pt x="1047858" y="1663699"/>
                  </a:lnTo>
                  <a:lnTo>
                    <a:pt x="1208440" y="1663699"/>
                  </a:lnTo>
                  <a:lnTo>
                    <a:pt x="1208440" y="1549399"/>
                  </a:lnTo>
                  <a:lnTo>
                    <a:pt x="1204414" y="1549399"/>
                  </a:lnTo>
                  <a:lnTo>
                    <a:pt x="1186430" y="1358899"/>
                  </a:lnTo>
                  <a:lnTo>
                    <a:pt x="1185135" y="1333499"/>
                  </a:lnTo>
                  <a:lnTo>
                    <a:pt x="1185834" y="1308099"/>
                  </a:lnTo>
                  <a:lnTo>
                    <a:pt x="1188459" y="1282699"/>
                  </a:lnTo>
                  <a:lnTo>
                    <a:pt x="1192939" y="1257299"/>
                  </a:lnTo>
                  <a:lnTo>
                    <a:pt x="1195400" y="1244599"/>
                  </a:lnTo>
                  <a:close/>
                </a:path>
                <a:path w="2385060" h="2247900">
                  <a:moveTo>
                    <a:pt x="142458" y="1587499"/>
                  </a:moveTo>
                  <a:lnTo>
                    <a:pt x="67115" y="1587499"/>
                  </a:lnTo>
                  <a:lnTo>
                    <a:pt x="58947" y="1612899"/>
                  </a:lnTo>
                  <a:lnTo>
                    <a:pt x="57930" y="1612899"/>
                  </a:lnTo>
                  <a:lnTo>
                    <a:pt x="59479" y="1625599"/>
                  </a:lnTo>
                  <a:lnTo>
                    <a:pt x="68799" y="1625599"/>
                  </a:lnTo>
                  <a:lnTo>
                    <a:pt x="93722" y="1638299"/>
                  </a:lnTo>
                  <a:lnTo>
                    <a:pt x="98607" y="1638299"/>
                  </a:lnTo>
                  <a:lnTo>
                    <a:pt x="142238" y="1589561"/>
                  </a:lnTo>
                  <a:lnTo>
                    <a:pt x="142458" y="1587499"/>
                  </a:lnTo>
                  <a:close/>
                </a:path>
                <a:path w="2385060" h="2247900">
                  <a:moveTo>
                    <a:pt x="638640" y="1282699"/>
                  </a:moveTo>
                  <a:lnTo>
                    <a:pt x="300149" y="1282699"/>
                  </a:lnTo>
                  <a:lnTo>
                    <a:pt x="227180" y="1358899"/>
                  </a:lnTo>
                  <a:lnTo>
                    <a:pt x="218867" y="1358899"/>
                  </a:lnTo>
                  <a:lnTo>
                    <a:pt x="211078" y="1371599"/>
                  </a:lnTo>
                  <a:lnTo>
                    <a:pt x="203837" y="1384299"/>
                  </a:lnTo>
                  <a:lnTo>
                    <a:pt x="197170" y="1396999"/>
                  </a:lnTo>
                  <a:lnTo>
                    <a:pt x="109055" y="1523999"/>
                  </a:lnTo>
                  <a:lnTo>
                    <a:pt x="120819" y="1536699"/>
                  </a:lnTo>
                  <a:lnTo>
                    <a:pt x="109042" y="1549399"/>
                  </a:lnTo>
                  <a:lnTo>
                    <a:pt x="83897" y="1562099"/>
                  </a:lnTo>
                  <a:lnTo>
                    <a:pt x="78613" y="1574799"/>
                  </a:lnTo>
                  <a:lnTo>
                    <a:pt x="74019" y="1574799"/>
                  </a:lnTo>
                  <a:lnTo>
                    <a:pt x="70168" y="1587499"/>
                  </a:lnTo>
                  <a:lnTo>
                    <a:pt x="144084" y="1587499"/>
                  </a:lnTo>
                  <a:lnTo>
                    <a:pt x="142238" y="1589561"/>
                  </a:lnTo>
                  <a:lnTo>
                    <a:pt x="139748" y="1612899"/>
                  </a:lnTo>
                  <a:lnTo>
                    <a:pt x="139206" y="1625599"/>
                  </a:lnTo>
                  <a:lnTo>
                    <a:pt x="144084" y="1625599"/>
                  </a:lnTo>
                  <a:lnTo>
                    <a:pt x="149854" y="1612899"/>
                  </a:lnTo>
                  <a:lnTo>
                    <a:pt x="155062" y="1600199"/>
                  </a:lnTo>
                  <a:lnTo>
                    <a:pt x="159465" y="1587499"/>
                  </a:lnTo>
                  <a:lnTo>
                    <a:pt x="162819" y="1562099"/>
                  </a:lnTo>
                  <a:lnTo>
                    <a:pt x="176485" y="1562099"/>
                  </a:lnTo>
                  <a:lnTo>
                    <a:pt x="231562" y="1473199"/>
                  </a:lnTo>
                  <a:lnTo>
                    <a:pt x="240557" y="1460499"/>
                  </a:lnTo>
                  <a:lnTo>
                    <a:pt x="250485" y="1447799"/>
                  </a:lnTo>
                  <a:lnTo>
                    <a:pt x="261310" y="1435099"/>
                  </a:lnTo>
                  <a:lnTo>
                    <a:pt x="272992" y="1435099"/>
                  </a:lnTo>
                  <a:lnTo>
                    <a:pt x="325777" y="1384299"/>
                  </a:lnTo>
                  <a:lnTo>
                    <a:pt x="537652" y="1384299"/>
                  </a:lnTo>
                  <a:lnTo>
                    <a:pt x="538848" y="1371599"/>
                  </a:lnTo>
                  <a:lnTo>
                    <a:pt x="538848" y="1333499"/>
                  </a:lnTo>
                  <a:lnTo>
                    <a:pt x="638640" y="1282699"/>
                  </a:lnTo>
                  <a:close/>
                </a:path>
                <a:path w="2385060" h="2247900">
                  <a:moveTo>
                    <a:pt x="144084" y="1587499"/>
                  </a:moveTo>
                  <a:lnTo>
                    <a:pt x="142458" y="1587499"/>
                  </a:lnTo>
                  <a:lnTo>
                    <a:pt x="142238" y="1589561"/>
                  </a:lnTo>
                  <a:lnTo>
                    <a:pt x="144084" y="1587499"/>
                  </a:lnTo>
                  <a:close/>
                </a:path>
                <a:path w="2385060" h="2247900">
                  <a:moveTo>
                    <a:pt x="1193157" y="888999"/>
                  </a:moveTo>
                  <a:lnTo>
                    <a:pt x="971426" y="888999"/>
                  </a:lnTo>
                  <a:lnTo>
                    <a:pt x="991557" y="1054099"/>
                  </a:lnTo>
                  <a:lnTo>
                    <a:pt x="993705" y="1054099"/>
                  </a:lnTo>
                  <a:lnTo>
                    <a:pt x="932170" y="1231899"/>
                  </a:lnTo>
                  <a:lnTo>
                    <a:pt x="921118" y="1269999"/>
                  </a:lnTo>
                  <a:lnTo>
                    <a:pt x="913162" y="1308099"/>
                  </a:lnTo>
                  <a:lnTo>
                    <a:pt x="908352" y="1346199"/>
                  </a:lnTo>
                  <a:lnTo>
                    <a:pt x="906737" y="1384299"/>
                  </a:lnTo>
                  <a:lnTo>
                    <a:pt x="906737" y="1587499"/>
                  </a:lnTo>
                  <a:lnTo>
                    <a:pt x="1005649" y="1587499"/>
                  </a:lnTo>
                  <a:lnTo>
                    <a:pt x="1027190" y="1384299"/>
                  </a:lnTo>
                  <a:lnTo>
                    <a:pt x="1030587" y="1358899"/>
                  </a:lnTo>
                  <a:lnTo>
                    <a:pt x="1035645" y="1333499"/>
                  </a:lnTo>
                  <a:lnTo>
                    <a:pt x="1042364" y="1308099"/>
                  </a:lnTo>
                  <a:lnTo>
                    <a:pt x="1050744" y="1282699"/>
                  </a:lnTo>
                  <a:lnTo>
                    <a:pt x="1067319" y="1244599"/>
                  </a:lnTo>
                  <a:lnTo>
                    <a:pt x="1195400" y="1244599"/>
                  </a:lnTo>
                  <a:lnTo>
                    <a:pt x="1202781" y="1206499"/>
                  </a:lnTo>
                  <a:lnTo>
                    <a:pt x="1207761" y="1142999"/>
                  </a:lnTo>
                  <a:lnTo>
                    <a:pt x="1207745" y="1092199"/>
                  </a:lnTo>
                  <a:lnTo>
                    <a:pt x="1202602" y="1041399"/>
                  </a:lnTo>
                  <a:lnTo>
                    <a:pt x="1212936" y="1041399"/>
                  </a:lnTo>
                  <a:lnTo>
                    <a:pt x="1193157" y="888999"/>
                  </a:lnTo>
                  <a:close/>
                </a:path>
                <a:path w="2385060" h="2247900">
                  <a:moveTo>
                    <a:pt x="176485" y="1562099"/>
                  </a:moveTo>
                  <a:lnTo>
                    <a:pt x="162819" y="1562099"/>
                  </a:lnTo>
                  <a:lnTo>
                    <a:pt x="168617" y="1574799"/>
                  </a:lnTo>
                  <a:lnTo>
                    <a:pt x="176485" y="1562099"/>
                  </a:lnTo>
                  <a:close/>
                </a:path>
                <a:path w="2385060" h="2247900">
                  <a:moveTo>
                    <a:pt x="1743006" y="685799"/>
                  </a:moveTo>
                  <a:lnTo>
                    <a:pt x="1539535" y="685799"/>
                  </a:lnTo>
                  <a:lnTo>
                    <a:pt x="1549400" y="800099"/>
                  </a:lnTo>
                  <a:lnTo>
                    <a:pt x="1551614" y="800099"/>
                  </a:lnTo>
                  <a:lnTo>
                    <a:pt x="1533693" y="838199"/>
                  </a:lnTo>
                  <a:lnTo>
                    <a:pt x="1521093" y="888999"/>
                  </a:lnTo>
                  <a:lnTo>
                    <a:pt x="1513112" y="927099"/>
                  </a:lnTo>
                  <a:lnTo>
                    <a:pt x="1509047" y="990599"/>
                  </a:lnTo>
                  <a:lnTo>
                    <a:pt x="1508198" y="1041399"/>
                  </a:lnTo>
                  <a:lnTo>
                    <a:pt x="1506657" y="1066799"/>
                  </a:lnTo>
                  <a:lnTo>
                    <a:pt x="1501613" y="1092199"/>
                  </a:lnTo>
                  <a:lnTo>
                    <a:pt x="1493184" y="1117599"/>
                  </a:lnTo>
                  <a:lnTo>
                    <a:pt x="1481490" y="1130299"/>
                  </a:lnTo>
                  <a:lnTo>
                    <a:pt x="1458168" y="1181099"/>
                  </a:lnTo>
                  <a:lnTo>
                    <a:pt x="1439910" y="1219199"/>
                  </a:lnTo>
                  <a:lnTo>
                    <a:pt x="1426823" y="1257299"/>
                  </a:lnTo>
                  <a:lnTo>
                    <a:pt x="1419015" y="1308099"/>
                  </a:lnTo>
                  <a:lnTo>
                    <a:pt x="1437134" y="1308099"/>
                  </a:lnTo>
                  <a:lnTo>
                    <a:pt x="1430088" y="1320799"/>
                  </a:lnTo>
                  <a:lnTo>
                    <a:pt x="1422434" y="1320799"/>
                  </a:lnTo>
                  <a:lnTo>
                    <a:pt x="1415618" y="1333499"/>
                  </a:lnTo>
                  <a:lnTo>
                    <a:pt x="1409695" y="1346199"/>
                  </a:lnTo>
                  <a:lnTo>
                    <a:pt x="1404722" y="1358899"/>
                  </a:lnTo>
                  <a:lnTo>
                    <a:pt x="1401991" y="1358899"/>
                  </a:lnTo>
                  <a:lnTo>
                    <a:pt x="1413513" y="1396999"/>
                  </a:lnTo>
                  <a:lnTo>
                    <a:pt x="1473035" y="1435099"/>
                  </a:lnTo>
                  <a:lnTo>
                    <a:pt x="1574094" y="1435099"/>
                  </a:lnTo>
                  <a:lnTo>
                    <a:pt x="1568793" y="1422399"/>
                  </a:lnTo>
                  <a:lnTo>
                    <a:pt x="1541750" y="1409699"/>
                  </a:lnTo>
                  <a:lnTo>
                    <a:pt x="1534140" y="1409699"/>
                  </a:lnTo>
                  <a:lnTo>
                    <a:pt x="1527373" y="1396999"/>
                  </a:lnTo>
                  <a:lnTo>
                    <a:pt x="1521537" y="1396999"/>
                  </a:lnTo>
                  <a:lnTo>
                    <a:pt x="1516720" y="1384299"/>
                  </a:lnTo>
                  <a:lnTo>
                    <a:pt x="1499004" y="1346199"/>
                  </a:lnTo>
                  <a:lnTo>
                    <a:pt x="1509674" y="1333499"/>
                  </a:lnTo>
                  <a:lnTo>
                    <a:pt x="1545910" y="1333499"/>
                  </a:lnTo>
                  <a:lnTo>
                    <a:pt x="1681999" y="939799"/>
                  </a:lnTo>
                  <a:lnTo>
                    <a:pt x="1910269" y="939799"/>
                  </a:lnTo>
                  <a:lnTo>
                    <a:pt x="1910424" y="927099"/>
                  </a:lnTo>
                  <a:lnTo>
                    <a:pt x="1908194" y="901699"/>
                  </a:lnTo>
                  <a:lnTo>
                    <a:pt x="1880629" y="863599"/>
                  </a:lnTo>
                  <a:lnTo>
                    <a:pt x="1850523" y="838199"/>
                  </a:lnTo>
                  <a:lnTo>
                    <a:pt x="1814070" y="812799"/>
                  </a:lnTo>
                  <a:lnTo>
                    <a:pt x="1773099" y="800099"/>
                  </a:lnTo>
                  <a:lnTo>
                    <a:pt x="1729442" y="774699"/>
                  </a:lnTo>
                  <a:lnTo>
                    <a:pt x="1743006" y="685799"/>
                  </a:lnTo>
                  <a:close/>
                </a:path>
                <a:path w="2385060" h="2247900">
                  <a:moveTo>
                    <a:pt x="669557" y="1257299"/>
                  </a:moveTo>
                  <a:lnTo>
                    <a:pt x="336024" y="1257299"/>
                  </a:lnTo>
                  <a:lnTo>
                    <a:pt x="323373" y="1269999"/>
                  </a:lnTo>
                  <a:lnTo>
                    <a:pt x="311394" y="1282699"/>
                  </a:lnTo>
                  <a:lnTo>
                    <a:pt x="650030" y="1282699"/>
                  </a:lnTo>
                  <a:lnTo>
                    <a:pt x="660389" y="1269999"/>
                  </a:lnTo>
                  <a:lnTo>
                    <a:pt x="669557" y="1257299"/>
                  </a:lnTo>
                  <a:close/>
                </a:path>
                <a:path w="2385060" h="2247900">
                  <a:moveTo>
                    <a:pt x="733644" y="1041399"/>
                  </a:moveTo>
                  <a:lnTo>
                    <a:pt x="723359" y="1041399"/>
                  </a:lnTo>
                  <a:lnTo>
                    <a:pt x="718416" y="1066799"/>
                  </a:lnTo>
                  <a:lnTo>
                    <a:pt x="714139" y="1079499"/>
                  </a:lnTo>
                  <a:lnTo>
                    <a:pt x="710724" y="1092199"/>
                  </a:lnTo>
                  <a:lnTo>
                    <a:pt x="708778" y="1092199"/>
                  </a:lnTo>
                  <a:lnTo>
                    <a:pt x="618723" y="1181099"/>
                  </a:lnTo>
                  <a:lnTo>
                    <a:pt x="609576" y="1193799"/>
                  </a:lnTo>
                  <a:lnTo>
                    <a:pt x="599377" y="1206499"/>
                  </a:lnTo>
                  <a:lnTo>
                    <a:pt x="576494" y="1206499"/>
                  </a:lnTo>
                  <a:lnTo>
                    <a:pt x="506114" y="1231899"/>
                  </a:lnTo>
                  <a:lnTo>
                    <a:pt x="394754" y="1231899"/>
                  </a:lnTo>
                  <a:lnTo>
                    <a:pt x="395787" y="1244599"/>
                  </a:lnTo>
                  <a:lnTo>
                    <a:pt x="366946" y="1244599"/>
                  </a:lnTo>
                  <a:lnTo>
                    <a:pt x="360906" y="1257299"/>
                  </a:lnTo>
                  <a:lnTo>
                    <a:pt x="677373" y="1257299"/>
                  </a:lnTo>
                  <a:lnTo>
                    <a:pt x="761119" y="1117599"/>
                  </a:lnTo>
                  <a:lnTo>
                    <a:pt x="801958" y="1117599"/>
                  </a:lnTo>
                  <a:lnTo>
                    <a:pt x="810374" y="1104899"/>
                  </a:lnTo>
                  <a:lnTo>
                    <a:pt x="814618" y="1092199"/>
                  </a:lnTo>
                  <a:lnTo>
                    <a:pt x="815936" y="1079499"/>
                  </a:lnTo>
                  <a:lnTo>
                    <a:pt x="728775" y="1079499"/>
                  </a:lnTo>
                  <a:lnTo>
                    <a:pt x="730398" y="1066799"/>
                  </a:lnTo>
                  <a:lnTo>
                    <a:pt x="733103" y="1054099"/>
                  </a:lnTo>
                  <a:lnTo>
                    <a:pt x="733644" y="1041399"/>
                  </a:lnTo>
                  <a:close/>
                </a:path>
                <a:path w="2385060" h="2247900">
                  <a:moveTo>
                    <a:pt x="336191" y="1054099"/>
                  </a:moveTo>
                  <a:lnTo>
                    <a:pt x="308105" y="1054099"/>
                  </a:lnTo>
                  <a:lnTo>
                    <a:pt x="285116" y="1066799"/>
                  </a:lnTo>
                  <a:lnTo>
                    <a:pt x="275676" y="1104899"/>
                  </a:lnTo>
                  <a:lnTo>
                    <a:pt x="279721" y="1117599"/>
                  </a:lnTo>
                  <a:lnTo>
                    <a:pt x="290778" y="1130299"/>
                  </a:lnTo>
                  <a:lnTo>
                    <a:pt x="306979" y="1142999"/>
                  </a:lnTo>
                  <a:lnTo>
                    <a:pt x="326455" y="1142999"/>
                  </a:lnTo>
                  <a:lnTo>
                    <a:pt x="315876" y="1155699"/>
                  </a:lnTo>
                  <a:lnTo>
                    <a:pt x="287243" y="1181099"/>
                  </a:lnTo>
                  <a:lnTo>
                    <a:pt x="277408" y="1193799"/>
                  </a:lnTo>
                  <a:lnTo>
                    <a:pt x="277518" y="1206499"/>
                  </a:lnTo>
                  <a:lnTo>
                    <a:pt x="288811" y="1219199"/>
                  </a:lnTo>
                  <a:lnTo>
                    <a:pt x="306228" y="1231899"/>
                  </a:lnTo>
                  <a:lnTo>
                    <a:pt x="324710" y="1244599"/>
                  </a:lnTo>
                  <a:lnTo>
                    <a:pt x="388663" y="1244599"/>
                  </a:lnTo>
                  <a:lnTo>
                    <a:pt x="394754" y="1231899"/>
                  </a:lnTo>
                  <a:lnTo>
                    <a:pt x="481621" y="1231899"/>
                  </a:lnTo>
                  <a:lnTo>
                    <a:pt x="487412" y="1219199"/>
                  </a:lnTo>
                  <a:lnTo>
                    <a:pt x="492224" y="1219199"/>
                  </a:lnTo>
                  <a:lnTo>
                    <a:pt x="522797" y="1181099"/>
                  </a:lnTo>
                  <a:lnTo>
                    <a:pt x="534706" y="1168399"/>
                  </a:lnTo>
                  <a:lnTo>
                    <a:pt x="538634" y="1155699"/>
                  </a:lnTo>
                  <a:lnTo>
                    <a:pt x="533465" y="1142999"/>
                  </a:lnTo>
                  <a:lnTo>
                    <a:pt x="518079" y="1130299"/>
                  </a:lnTo>
                  <a:lnTo>
                    <a:pt x="507669" y="1117599"/>
                  </a:lnTo>
                  <a:lnTo>
                    <a:pt x="486142" y="1117599"/>
                  </a:lnTo>
                  <a:lnTo>
                    <a:pt x="475951" y="1104899"/>
                  </a:lnTo>
                  <a:lnTo>
                    <a:pt x="488215" y="1079499"/>
                  </a:lnTo>
                  <a:lnTo>
                    <a:pt x="480733" y="1066799"/>
                  </a:lnTo>
                  <a:lnTo>
                    <a:pt x="360926" y="1066799"/>
                  </a:lnTo>
                  <a:lnTo>
                    <a:pt x="336191" y="1054099"/>
                  </a:lnTo>
                  <a:close/>
                </a:path>
                <a:path w="2385060" h="2247900">
                  <a:moveTo>
                    <a:pt x="2282379" y="825500"/>
                  </a:moveTo>
                  <a:lnTo>
                    <a:pt x="2148847" y="825499"/>
                  </a:lnTo>
                  <a:lnTo>
                    <a:pt x="2155558" y="1155699"/>
                  </a:lnTo>
                  <a:lnTo>
                    <a:pt x="2159920" y="1155699"/>
                  </a:lnTo>
                  <a:lnTo>
                    <a:pt x="2061343" y="1219199"/>
                  </a:lnTo>
                  <a:lnTo>
                    <a:pt x="1787018" y="1219199"/>
                  </a:lnTo>
                  <a:lnTo>
                    <a:pt x="1790575" y="1231899"/>
                  </a:lnTo>
                  <a:lnTo>
                    <a:pt x="2229843" y="1231899"/>
                  </a:lnTo>
                  <a:lnTo>
                    <a:pt x="2229843" y="1155699"/>
                  </a:lnTo>
                  <a:lnTo>
                    <a:pt x="2282379" y="825500"/>
                  </a:lnTo>
                  <a:close/>
                </a:path>
                <a:path w="2385060" h="2247900">
                  <a:moveTo>
                    <a:pt x="1862578" y="1155699"/>
                  </a:moveTo>
                  <a:lnTo>
                    <a:pt x="1791648" y="1155699"/>
                  </a:lnTo>
                  <a:lnTo>
                    <a:pt x="1785072" y="1219199"/>
                  </a:lnTo>
                  <a:lnTo>
                    <a:pt x="2061343" y="1219199"/>
                  </a:lnTo>
                  <a:lnTo>
                    <a:pt x="2061343" y="1206499"/>
                  </a:lnTo>
                  <a:lnTo>
                    <a:pt x="1916933" y="1206499"/>
                  </a:lnTo>
                  <a:lnTo>
                    <a:pt x="1903164" y="1193799"/>
                  </a:lnTo>
                  <a:lnTo>
                    <a:pt x="1888212" y="1193799"/>
                  </a:lnTo>
                  <a:lnTo>
                    <a:pt x="1872505" y="1181099"/>
                  </a:lnTo>
                  <a:lnTo>
                    <a:pt x="1856472" y="1181099"/>
                  </a:lnTo>
                  <a:lnTo>
                    <a:pt x="1862578" y="1155699"/>
                  </a:lnTo>
                  <a:close/>
                </a:path>
                <a:path w="2385060" h="2247900">
                  <a:moveTo>
                    <a:pt x="2263789" y="482600"/>
                  </a:moveTo>
                  <a:lnTo>
                    <a:pt x="2068993" y="482599"/>
                  </a:lnTo>
                  <a:lnTo>
                    <a:pt x="2053051" y="533399"/>
                  </a:lnTo>
                  <a:lnTo>
                    <a:pt x="2039066" y="571499"/>
                  </a:lnTo>
                  <a:lnTo>
                    <a:pt x="2026881" y="622299"/>
                  </a:lnTo>
                  <a:lnTo>
                    <a:pt x="2016339" y="673099"/>
                  </a:lnTo>
                  <a:lnTo>
                    <a:pt x="2007285" y="711199"/>
                  </a:lnTo>
                  <a:lnTo>
                    <a:pt x="1999562" y="761999"/>
                  </a:lnTo>
                  <a:lnTo>
                    <a:pt x="1993013" y="812799"/>
                  </a:lnTo>
                  <a:lnTo>
                    <a:pt x="1987481" y="863599"/>
                  </a:lnTo>
                  <a:lnTo>
                    <a:pt x="1982811" y="927099"/>
                  </a:lnTo>
                  <a:lnTo>
                    <a:pt x="1978845" y="977899"/>
                  </a:lnTo>
                  <a:lnTo>
                    <a:pt x="1975427" y="1028699"/>
                  </a:lnTo>
                  <a:lnTo>
                    <a:pt x="1972401" y="1092199"/>
                  </a:lnTo>
                  <a:lnTo>
                    <a:pt x="1969610" y="1142999"/>
                  </a:lnTo>
                  <a:lnTo>
                    <a:pt x="1992493" y="1142999"/>
                  </a:lnTo>
                  <a:lnTo>
                    <a:pt x="1991352" y="1155699"/>
                  </a:lnTo>
                  <a:lnTo>
                    <a:pt x="1916933" y="1206499"/>
                  </a:lnTo>
                  <a:lnTo>
                    <a:pt x="2061343" y="1206499"/>
                  </a:lnTo>
                  <a:lnTo>
                    <a:pt x="2061343" y="1155699"/>
                  </a:lnTo>
                  <a:lnTo>
                    <a:pt x="2068791" y="1155699"/>
                  </a:lnTo>
                  <a:lnTo>
                    <a:pt x="2148847" y="825499"/>
                  </a:lnTo>
                  <a:lnTo>
                    <a:pt x="2282379" y="825500"/>
                  </a:lnTo>
                  <a:lnTo>
                    <a:pt x="2302585" y="698500"/>
                  </a:lnTo>
                  <a:lnTo>
                    <a:pt x="2305863" y="673100"/>
                  </a:lnTo>
                  <a:lnTo>
                    <a:pt x="2306569" y="635000"/>
                  </a:lnTo>
                  <a:lnTo>
                    <a:pt x="2304746" y="609600"/>
                  </a:lnTo>
                  <a:lnTo>
                    <a:pt x="2300437" y="584200"/>
                  </a:lnTo>
                  <a:lnTo>
                    <a:pt x="2380998" y="584200"/>
                  </a:lnTo>
                  <a:lnTo>
                    <a:pt x="2384050" y="571500"/>
                  </a:lnTo>
                  <a:lnTo>
                    <a:pt x="2381744" y="533400"/>
                  </a:lnTo>
                  <a:lnTo>
                    <a:pt x="2287956" y="533400"/>
                  </a:lnTo>
                  <a:lnTo>
                    <a:pt x="2280974" y="520700"/>
                  </a:lnTo>
                  <a:lnTo>
                    <a:pt x="2272916" y="508000"/>
                  </a:lnTo>
                  <a:lnTo>
                    <a:pt x="2263789" y="482600"/>
                  </a:lnTo>
                  <a:close/>
                </a:path>
                <a:path w="2385060" h="2247900">
                  <a:moveTo>
                    <a:pt x="1910269" y="939799"/>
                  </a:moveTo>
                  <a:lnTo>
                    <a:pt x="1697301" y="939799"/>
                  </a:lnTo>
                  <a:lnTo>
                    <a:pt x="1718252" y="952499"/>
                  </a:lnTo>
                  <a:lnTo>
                    <a:pt x="1774402" y="952499"/>
                  </a:lnTo>
                  <a:lnTo>
                    <a:pt x="1781314" y="965199"/>
                  </a:lnTo>
                  <a:lnTo>
                    <a:pt x="1784250" y="965199"/>
                  </a:lnTo>
                  <a:lnTo>
                    <a:pt x="1782254" y="977899"/>
                  </a:lnTo>
                  <a:lnTo>
                    <a:pt x="1769214" y="1015999"/>
                  </a:lnTo>
                  <a:lnTo>
                    <a:pt x="1762139" y="1066799"/>
                  </a:lnTo>
                  <a:lnTo>
                    <a:pt x="1759115" y="1117599"/>
                  </a:lnTo>
                  <a:lnTo>
                    <a:pt x="1758230" y="1155699"/>
                  </a:lnTo>
                  <a:lnTo>
                    <a:pt x="1890091" y="1155699"/>
                  </a:lnTo>
                  <a:lnTo>
                    <a:pt x="1896870" y="1104899"/>
                  </a:lnTo>
                  <a:lnTo>
                    <a:pt x="1902737" y="1054099"/>
                  </a:lnTo>
                  <a:lnTo>
                    <a:pt x="1907248" y="1015999"/>
                  </a:lnTo>
                  <a:lnTo>
                    <a:pt x="1909958" y="965199"/>
                  </a:lnTo>
                  <a:lnTo>
                    <a:pt x="1910269" y="939799"/>
                  </a:lnTo>
                  <a:close/>
                </a:path>
                <a:path w="2385060" h="2247900">
                  <a:moveTo>
                    <a:pt x="1217902" y="736599"/>
                  </a:moveTo>
                  <a:lnTo>
                    <a:pt x="950489" y="736599"/>
                  </a:lnTo>
                  <a:lnTo>
                    <a:pt x="929772" y="761999"/>
                  </a:lnTo>
                  <a:lnTo>
                    <a:pt x="911627" y="787399"/>
                  </a:lnTo>
                  <a:lnTo>
                    <a:pt x="896087" y="812799"/>
                  </a:lnTo>
                  <a:lnTo>
                    <a:pt x="883183" y="825499"/>
                  </a:lnTo>
                  <a:lnTo>
                    <a:pt x="896403" y="850899"/>
                  </a:lnTo>
                  <a:lnTo>
                    <a:pt x="779707" y="1028699"/>
                  </a:lnTo>
                  <a:lnTo>
                    <a:pt x="770984" y="1028699"/>
                  </a:lnTo>
                  <a:lnTo>
                    <a:pt x="751188" y="1054099"/>
                  </a:lnTo>
                  <a:lnTo>
                    <a:pt x="728775" y="1079499"/>
                  </a:lnTo>
                  <a:lnTo>
                    <a:pt x="815936" y="1079499"/>
                  </a:lnTo>
                  <a:lnTo>
                    <a:pt x="814423" y="1066799"/>
                  </a:lnTo>
                  <a:lnTo>
                    <a:pt x="810173" y="1066799"/>
                  </a:lnTo>
                  <a:lnTo>
                    <a:pt x="813864" y="1054099"/>
                  </a:lnTo>
                  <a:lnTo>
                    <a:pt x="814803" y="1054099"/>
                  </a:lnTo>
                  <a:lnTo>
                    <a:pt x="944249" y="901699"/>
                  </a:lnTo>
                  <a:lnTo>
                    <a:pt x="963877" y="901699"/>
                  </a:lnTo>
                  <a:lnTo>
                    <a:pt x="971426" y="888999"/>
                  </a:lnTo>
                  <a:lnTo>
                    <a:pt x="1193157" y="888999"/>
                  </a:lnTo>
                  <a:lnTo>
                    <a:pt x="1186564" y="838199"/>
                  </a:lnTo>
                  <a:lnTo>
                    <a:pt x="1198190" y="838199"/>
                  </a:lnTo>
                  <a:lnTo>
                    <a:pt x="1203588" y="825499"/>
                  </a:lnTo>
                  <a:lnTo>
                    <a:pt x="1312721" y="825499"/>
                  </a:lnTo>
                  <a:lnTo>
                    <a:pt x="1304199" y="812799"/>
                  </a:lnTo>
                  <a:lnTo>
                    <a:pt x="1299434" y="812799"/>
                  </a:lnTo>
                  <a:lnTo>
                    <a:pt x="1250649" y="761999"/>
                  </a:lnTo>
                  <a:lnTo>
                    <a:pt x="1243126" y="761999"/>
                  </a:lnTo>
                  <a:lnTo>
                    <a:pt x="1234737" y="749299"/>
                  </a:lnTo>
                  <a:lnTo>
                    <a:pt x="1226335" y="749299"/>
                  </a:lnTo>
                  <a:lnTo>
                    <a:pt x="1217902" y="736599"/>
                  </a:lnTo>
                  <a:close/>
                </a:path>
                <a:path w="2385060" h="2247900">
                  <a:moveTo>
                    <a:pt x="440476" y="1041399"/>
                  </a:moveTo>
                  <a:lnTo>
                    <a:pt x="399310" y="1041399"/>
                  </a:lnTo>
                  <a:lnTo>
                    <a:pt x="388112" y="1054099"/>
                  </a:lnTo>
                  <a:lnTo>
                    <a:pt x="377916" y="1054099"/>
                  </a:lnTo>
                  <a:lnTo>
                    <a:pt x="368822" y="1066799"/>
                  </a:lnTo>
                  <a:lnTo>
                    <a:pt x="480733" y="1066799"/>
                  </a:lnTo>
                  <a:lnTo>
                    <a:pt x="473251" y="1054099"/>
                  </a:lnTo>
                  <a:lnTo>
                    <a:pt x="440476" y="1041399"/>
                  </a:lnTo>
                  <a:close/>
                </a:path>
                <a:path w="2385060" h="2247900">
                  <a:moveTo>
                    <a:pt x="1377276" y="914399"/>
                  </a:moveTo>
                  <a:lnTo>
                    <a:pt x="1294804" y="914399"/>
                  </a:lnTo>
                  <a:lnTo>
                    <a:pt x="1292321" y="927099"/>
                  </a:lnTo>
                  <a:lnTo>
                    <a:pt x="1284067" y="939799"/>
                  </a:lnTo>
                  <a:lnTo>
                    <a:pt x="1283153" y="952499"/>
                  </a:lnTo>
                  <a:lnTo>
                    <a:pt x="1285057" y="952499"/>
                  </a:lnTo>
                  <a:lnTo>
                    <a:pt x="1289352" y="965199"/>
                  </a:lnTo>
                  <a:lnTo>
                    <a:pt x="1312721" y="965199"/>
                  </a:lnTo>
                  <a:lnTo>
                    <a:pt x="1320292" y="977899"/>
                  </a:lnTo>
                  <a:lnTo>
                    <a:pt x="1350971" y="977899"/>
                  </a:lnTo>
                  <a:lnTo>
                    <a:pt x="1362128" y="965199"/>
                  </a:lnTo>
                  <a:lnTo>
                    <a:pt x="1369517" y="952499"/>
                  </a:lnTo>
                  <a:lnTo>
                    <a:pt x="1372515" y="939799"/>
                  </a:lnTo>
                  <a:lnTo>
                    <a:pt x="1370498" y="939799"/>
                  </a:lnTo>
                  <a:lnTo>
                    <a:pt x="1369760" y="927099"/>
                  </a:lnTo>
                  <a:lnTo>
                    <a:pt x="1367680" y="927099"/>
                  </a:lnTo>
                  <a:lnTo>
                    <a:pt x="1377276" y="914399"/>
                  </a:lnTo>
                  <a:close/>
                </a:path>
                <a:path w="2385060" h="2247900">
                  <a:moveTo>
                    <a:pt x="1312721" y="825499"/>
                  </a:moveTo>
                  <a:lnTo>
                    <a:pt x="1208709" y="825499"/>
                  </a:lnTo>
                  <a:lnTo>
                    <a:pt x="1247697" y="850899"/>
                  </a:lnTo>
                  <a:lnTo>
                    <a:pt x="1257633" y="850899"/>
                  </a:lnTo>
                  <a:lnTo>
                    <a:pt x="1266746" y="863599"/>
                  </a:lnTo>
                  <a:lnTo>
                    <a:pt x="1274940" y="863599"/>
                  </a:lnTo>
                  <a:lnTo>
                    <a:pt x="1282121" y="876299"/>
                  </a:lnTo>
                  <a:lnTo>
                    <a:pt x="1303259" y="914399"/>
                  </a:lnTo>
                  <a:lnTo>
                    <a:pt x="1377276" y="914399"/>
                  </a:lnTo>
                  <a:lnTo>
                    <a:pt x="1375721" y="927099"/>
                  </a:lnTo>
                  <a:lnTo>
                    <a:pt x="1373241" y="939799"/>
                  </a:lnTo>
                  <a:lnTo>
                    <a:pt x="1373114" y="952499"/>
                  </a:lnTo>
                  <a:lnTo>
                    <a:pt x="1384674" y="952499"/>
                  </a:lnTo>
                  <a:lnTo>
                    <a:pt x="1389875" y="939799"/>
                  </a:lnTo>
                  <a:lnTo>
                    <a:pt x="1394094" y="914399"/>
                  </a:lnTo>
                  <a:lnTo>
                    <a:pt x="1397206" y="901699"/>
                  </a:lnTo>
                  <a:lnTo>
                    <a:pt x="1411567" y="876299"/>
                  </a:lnTo>
                  <a:lnTo>
                    <a:pt x="1346810" y="876299"/>
                  </a:lnTo>
                  <a:lnTo>
                    <a:pt x="1312721" y="825499"/>
                  </a:lnTo>
                  <a:close/>
                </a:path>
                <a:path w="2385060" h="2247900">
                  <a:moveTo>
                    <a:pt x="963877" y="901699"/>
                  </a:moveTo>
                  <a:lnTo>
                    <a:pt x="944249" y="901699"/>
                  </a:lnTo>
                  <a:lnTo>
                    <a:pt x="956327" y="914399"/>
                  </a:lnTo>
                  <a:lnTo>
                    <a:pt x="963877" y="901699"/>
                  </a:lnTo>
                  <a:close/>
                </a:path>
                <a:path w="2385060" h="2247900">
                  <a:moveTo>
                    <a:pt x="1640059" y="317499"/>
                  </a:moveTo>
                  <a:lnTo>
                    <a:pt x="1617392" y="317499"/>
                  </a:lnTo>
                  <a:lnTo>
                    <a:pt x="1610465" y="330199"/>
                  </a:lnTo>
                  <a:lnTo>
                    <a:pt x="1587314" y="330199"/>
                  </a:lnTo>
                  <a:lnTo>
                    <a:pt x="1557069" y="342899"/>
                  </a:lnTo>
                  <a:lnTo>
                    <a:pt x="1539166" y="380999"/>
                  </a:lnTo>
                  <a:lnTo>
                    <a:pt x="1526146" y="406399"/>
                  </a:lnTo>
                  <a:lnTo>
                    <a:pt x="1510546" y="444499"/>
                  </a:lnTo>
                  <a:lnTo>
                    <a:pt x="1478321" y="469899"/>
                  </a:lnTo>
                  <a:lnTo>
                    <a:pt x="1436926" y="495299"/>
                  </a:lnTo>
                  <a:lnTo>
                    <a:pt x="1396082" y="507999"/>
                  </a:lnTo>
                  <a:lnTo>
                    <a:pt x="1365510" y="533399"/>
                  </a:lnTo>
                  <a:lnTo>
                    <a:pt x="1354930" y="584199"/>
                  </a:lnTo>
                  <a:lnTo>
                    <a:pt x="1377211" y="596899"/>
                  </a:lnTo>
                  <a:lnTo>
                    <a:pt x="1402876" y="622299"/>
                  </a:lnTo>
                  <a:lnTo>
                    <a:pt x="1431008" y="622299"/>
                  </a:lnTo>
                  <a:lnTo>
                    <a:pt x="1460687" y="634999"/>
                  </a:lnTo>
                  <a:lnTo>
                    <a:pt x="1364325" y="800099"/>
                  </a:lnTo>
                  <a:lnTo>
                    <a:pt x="1382577" y="812799"/>
                  </a:lnTo>
                  <a:lnTo>
                    <a:pt x="1347750" y="876299"/>
                  </a:lnTo>
                  <a:lnTo>
                    <a:pt x="1411567" y="876299"/>
                  </a:lnTo>
                  <a:lnTo>
                    <a:pt x="1433107" y="838199"/>
                  </a:lnTo>
                  <a:lnTo>
                    <a:pt x="1442166" y="838199"/>
                  </a:lnTo>
                  <a:lnTo>
                    <a:pt x="1539535" y="685799"/>
                  </a:lnTo>
                  <a:lnTo>
                    <a:pt x="1743006" y="685799"/>
                  </a:lnTo>
                  <a:lnTo>
                    <a:pt x="1744943" y="673099"/>
                  </a:lnTo>
                  <a:lnTo>
                    <a:pt x="1871474" y="673099"/>
                  </a:lnTo>
                  <a:lnTo>
                    <a:pt x="1926596" y="609599"/>
                  </a:lnTo>
                  <a:lnTo>
                    <a:pt x="1911229" y="596899"/>
                  </a:lnTo>
                  <a:lnTo>
                    <a:pt x="1800187" y="596899"/>
                  </a:lnTo>
                  <a:lnTo>
                    <a:pt x="1791044" y="584199"/>
                  </a:lnTo>
                  <a:lnTo>
                    <a:pt x="1724409" y="533399"/>
                  </a:lnTo>
                  <a:lnTo>
                    <a:pt x="1716083" y="533399"/>
                  </a:lnTo>
                  <a:lnTo>
                    <a:pt x="1707021" y="520699"/>
                  </a:lnTo>
                  <a:lnTo>
                    <a:pt x="1662606" y="520699"/>
                  </a:lnTo>
                  <a:lnTo>
                    <a:pt x="1673561" y="507999"/>
                  </a:lnTo>
                  <a:lnTo>
                    <a:pt x="1681747" y="495299"/>
                  </a:lnTo>
                  <a:lnTo>
                    <a:pt x="1687292" y="482599"/>
                  </a:lnTo>
                  <a:lnTo>
                    <a:pt x="1690320" y="469899"/>
                  </a:lnTo>
                  <a:lnTo>
                    <a:pt x="1692152" y="457199"/>
                  </a:lnTo>
                  <a:lnTo>
                    <a:pt x="1693197" y="457199"/>
                  </a:lnTo>
                  <a:lnTo>
                    <a:pt x="1693576" y="444499"/>
                  </a:lnTo>
                  <a:lnTo>
                    <a:pt x="1693407" y="431799"/>
                  </a:lnTo>
                  <a:lnTo>
                    <a:pt x="1700857" y="431799"/>
                  </a:lnTo>
                  <a:lnTo>
                    <a:pt x="1706450" y="419099"/>
                  </a:lnTo>
                  <a:lnTo>
                    <a:pt x="1709968" y="406399"/>
                  </a:lnTo>
                  <a:lnTo>
                    <a:pt x="1711190" y="393699"/>
                  </a:lnTo>
                  <a:lnTo>
                    <a:pt x="1705605" y="368299"/>
                  </a:lnTo>
                  <a:lnTo>
                    <a:pt x="1690370" y="342899"/>
                  </a:lnTo>
                  <a:lnTo>
                    <a:pt x="1667762" y="330199"/>
                  </a:lnTo>
                  <a:lnTo>
                    <a:pt x="1640059" y="317499"/>
                  </a:lnTo>
                  <a:close/>
                </a:path>
                <a:path w="2385060" h="2247900">
                  <a:moveTo>
                    <a:pt x="1079263" y="673099"/>
                  </a:moveTo>
                  <a:lnTo>
                    <a:pt x="1074969" y="685799"/>
                  </a:lnTo>
                  <a:lnTo>
                    <a:pt x="906334" y="685799"/>
                  </a:lnTo>
                  <a:lnTo>
                    <a:pt x="922976" y="698499"/>
                  </a:lnTo>
                  <a:lnTo>
                    <a:pt x="927338" y="698499"/>
                  </a:lnTo>
                  <a:lnTo>
                    <a:pt x="929083" y="711199"/>
                  </a:lnTo>
                  <a:lnTo>
                    <a:pt x="938198" y="711199"/>
                  </a:lnTo>
                  <a:lnTo>
                    <a:pt x="946488" y="723899"/>
                  </a:lnTo>
                  <a:lnTo>
                    <a:pt x="960152" y="723899"/>
                  </a:lnTo>
                  <a:lnTo>
                    <a:pt x="955254" y="736599"/>
                  </a:lnTo>
                  <a:lnTo>
                    <a:pt x="1217701" y="736599"/>
                  </a:lnTo>
                  <a:lnTo>
                    <a:pt x="1184265" y="711199"/>
                  </a:lnTo>
                  <a:lnTo>
                    <a:pt x="1115304" y="685799"/>
                  </a:lnTo>
                  <a:lnTo>
                    <a:pt x="1079263" y="673099"/>
                  </a:lnTo>
                  <a:close/>
                </a:path>
                <a:path w="2385060" h="2247900">
                  <a:moveTo>
                    <a:pt x="1871474" y="673099"/>
                  </a:moveTo>
                  <a:lnTo>
                    <a:pt x="1744943" y="673099"/>
                  </a:lnTo>
                  <a:lnTo>
                    <a:pt x="1811109" y="711199"/>
                  </a:lnTo>
                  <a:lnTo>
                    <a:pt x="1841334" y="711199"/>
                  </a:lnTo>
                  <a:lnTo>
                    <a:pt x="1849426" y="698499"/>
                  </a:lnTo>
                  <a:lnTo>
                    <a:pt x="1871474" y="673099"/>
                  </a:lnTo>
                  <a:close/>
                </a:path>
                <a:path w="2385060" h="2247900">
                  <a:moveTo>
                    <a:pt x="2377250" y="622300"/>
                  </a:moveTo>
                  <a:lnTo>
                    <a:pt x="2329896" y="622300"/>
                  </a:lnTo>
                  <a:lnTo>
                    <a:pt x="2338217" y="685800"/>
                  </a:lnTo>
                  <a:lnTo>
                    <a:pt x="2344793" y="685800"/>
                  </a:lnTo>
                  <a:lnTo>
                    <a:pt x="2369018" y="698500"/>
                  </a:lnTo>
                  <a:lnTo>
                    <a:pt x="2376802" y="698500"/>
                  </a:lnTo>
                  <a:lnTo>
                    <a:pt x="2378547" y="685800"/>
                  </a:lnTo>
                  <a:lnTo>
                    <a:pt x="2383043" y="660400"/>
                  </a:lnTo>
                  <a:lnTo>
                    <a:pt x="2384922" y="660400"/>
                  </a:lnTo>
                  <a:lnTo>
                    <a:pt x="2384721" y="647700"/>
                  </a:lnTo>
                  <a:lnTo>
                    <a:pt x="2382439" y="647700"/>
                  </a:lnTo>
                  <a:lnTo>
                    <a:pt x="2377250" y="622300"/>
                  </a:lnTo>
                  <a:close/>
                </a:path>
                <a:path w="2385060" h="2247900">
                  <a:moveTo>
                    <a:pt x="1010422" y="546099"/>
                  </a:moveTo>
                  <a:lnTo>
                    <a:pt x="948812" y="546099"/>
                  </a:lnTo>
                  <a:lnTo>
                    <a:pt x="942034" y="558799"/>
                  </a:lnTo>
                  <a:lnTo>
                    <a:pt x="924184" y="558799"/>
                  </a:lnTo>
                  <a:lnTo>
                    <a:pt x="917742" y="571499"/>
                  </a:lnTo>
                  <a:lnTo>
                    <a:pt x="911434" y="571499"/>
                  </a:lnTo>
                  <a:lnTo>
                    <a:pt x="894139" y="584199"/>
                  </a:lnTo>
                  <a:lnTo>
                    <a:pt x="882839" y="596899"/>
                  </a:lnTo>
                  <a:lnTo>
                    <a:pt x="878472" y="609599"/>
                  </a:lnTo>
                  <a:lnTo>
                    <a:pt x="881975" y="634999"/>
                  </a:lnTo>
                  <a:lnTo>
                    <a:pt x="886527" y="634999"/>
                  </a:lnTo>
                  <a:lnTo>
                    <a:pt x="892569" y="647699"/>
                  </a:lnTo>
                  <a:lnTo>
                    <a:pt x="908415" y="647699"/>
                  </a:lnTo>
                  <a:lnTo>
                    <a:pt x="909488" y="660399"/>
                  </a:lnTo>
                  <a:lnTo>
                    <a:pt x="913917" y="660399"/>
                  </a:lnTo>
                  <a:lnTo>
                    <a:pt x="903382" y="673099"/>
                  </a:lnTo>
                  <a:lnTo>
                    <a:pt x="900094" y="685799"/>
                  </a:lnTo>
                  <a:lnTo>
                    <a:pt x="1046315" y="685799"/>
                  </a:lnTo>
                  <a:lnTo>
                    <a:pt x="1041551" y="673099"/>
                  </a:lnTo>
                  <a:lnTo>
                    <a:pt x="1055645" y="647699"/>
                  </a:lnTo>
                  <a:lnTo>
                    <a:pt x="1063209" y="634999"/>
                  </a:lnTo>
                  <a:lnTo>
                    <a:pt x="1063651" y="609599"/>
                  </a:lnTo>
                  <a:lnTo>
                    <a:pt x="1056381" y="584199"/>
                  </a:lnTo>
                  <a:lnTo>
                    <a:pt x="1037091" y="558799"/>
                  </a:lnTo>
                  <a:lnTo>
                    <a:pt x="1010422" y="546099"/>
                  </a:lnTo>
                  <a:close/>
                </a:path>
                <a:path w="2385060" h="2247900">
                  <a:moveTo>
                    <a:pt x="2366871" y="596900"/>
                  </a:moveTo>
                  <a:lnTo>
                    <a:pt x="2325400" y="596900"/>
                  </a:lnTo>
                  <a:lnTo>
                    <a:pt x="2325736" y="609600"/>
                  </a:lnTo>
                  <a:lnTo>
                    <a:pt x="2319834" y="622300"/>
                  </a:lnTo>
                  <a:lnTo>
                    <a:pt x="2314303" y="635000"/>
                  </a:lnTo>
                  <a:lnTo>
                    <a:pt x="2310798" y="647700"/>
                  </a:lnTo>
                  <a:lnTo>
                    <a:pt x="2322322" y="647700"/>
                  </a:lnTo>
                  <a:lnTo>
                    <a:pt x="2327647" y="635000"/>
                  </a:lnTo>
                  <a:lnTo>
                    <a:pt x="2329896" y="622300"/>
                  </a:lnTo>
                  <a:lnTo>
                    <a:pt x="2377250" y="622300"/>
                  </a:lnTo>
                  <a:lnTo>
                    <a:pt x="2374655" y="609600"/>
                  </a:lnTo>
                  <a:lnTo>
                    <a:pt x="2366871" y="596900"/>
                  </a:lnTo>
                  <a:close/>
                </a:path>
                <a:path w="2385060" h="2247900">
                  <a:moveTo>
                    <a:pt x="2197565" y="177800"/>
                  </a:moveTo>
                  <a:lnTo>
                    <a:pt x="2111604" y="177799"/>
                  </a:lnTo>
                  <a:lnTo>
                    <a:pt x="2113349" y="190499"/>
                  </a:lnTo>
                  <a:lnTo>
                    <a:pt x="2099525" y="190499"/>
                  </a:lnTo>
                  <a:lnTo>
                    <a:pt x="2093083" y="203199"/>
                  </a:lnTo>
                  <a:lnTo>
                    <a:pt x="2093083" y="215899"/>
                  </a:lnTo>
                  <a:lnTo>
                    <a:pt x="2087648" y="215899"/>
                  </a:lnTo>
                  <a:lnTo>
                    <a:pt x="2082883" y="228599"/>
                  </a:lnTo>
                  <a:lnTo>
                    <a:pt x="2079125" y="228599"/>
                  </a:lnTo>
                  <a:lnTo>
                    <a:pt x="2066229" y="241299"/>
                  </a:lnTo>
                  <a:lnTo>
                    <a:pt x="2055320" y="253999"/>
                  </a:lnTo>
                  <a:lnTo>
                    <a:pt x="2046701" y="266699"/>
                  </a:lnTo>
                  <a:lnTo>
                    <a:pt x="2040674" y="279399"/>
                  </a:lnTo>
                  <a:lnTo>
                    <a:pt x="1998600" y="431799"/>
                  </a:lnTo>
                  <a:lnTo>
                    <a:pt x="1972227" y="457199"/>
                  </a:lnTo>
                  <a:lnTo>
                    <a:pt x="1926194" y="457199"/>
                  </a:lnTo>
                  <a:lnTo>
                    <a:pt x="1916907" y="469899"/>
                  </a:lnTo>
                  <a:lnTo>
                    <a:pt x="1910936" y="482599"/>
                  </a:lnTo>
                  <a:lnTo>
                    <a:pt x="1908500" y="495299"/>
                  </a:lnTo>
                  <a:lnTo>
                    <a:pt x="1909820" y="507999"/>
                  </a:lnTo>
                  <a:lnTo>
                    <a:pt x="1907874" y="507999"/>
                  </a:lnTo>
                  <a:lnTo>
                    <a:pt x="1906129" y="520699"/>
                  </a:lnTo>
                  <a:lnTo>
                    <a:pt x="1904854" y="520699"/>
                  </a:lnTo>
                  <a:lnTo>
                    <a:pt x="1885192" y="546099"/>
                  </a:lnTo>
                  <a:lnTo>
                    <a:pt x="1873919" y="558799"/>
                  </a:lnTo>
                  <a:lnTo>
                    <a:pt x="1868349" y="558799"/>
                  </a:lnTo>
                  <a:lnTo>
                    <a:pt x="1829630" y="584199"/>
                  </a:lnTo>
                  <a:lnTo>
                    <a:pt x="1820411" y="596899"/>
                  </a:lnTo>
                  <a:lnTo>
                    <a:pt x="1911229" y="596899"/>
                  </a:lnTo>
                  <a:lnTo>
                    <a:pt x="1927066" y="571499"/>
                  </a:lnTo>
                  <a:lnTo>
                    <a:pt x="1956189" y="546099"/>
                  </a:lnTo>
                  <a:lnTo>
                    <a:pt x="1974039" y="533399"/>
                  </a:lnTo>
                  <a:lnTo>
                    <a:pt x="1995915" y="533399"/>
                  </a:lnTo>
                  <a:lnTo>
                    <a:pt x="2018849" y="520699"/>
                  </a:lnTo>
                  <a:lnTo>
                    <a:pt x="2043115" y="507999"/>
                  </a:lnTo>
                  <a:lnTo>
                    <a:pt x="2068993" y="482599"/>
                  </a:lnTo>
                  <a:lnTo>
                    <a:pt x="2263789" y="482600"/>
                  </a:lnTo>
                  <a:lnTo>
                    <a:pt x="2253598" y="469900"/>
                  </a:lnTo>
                  <a:lnTo>
                    <a:pt x="2255678" y="469900"/>
                  </a:lnTo>
                  <a:lnTo>
                    <a:pt x="2259034" y="419100"/>
                  </a:lnTo>
                  <a:lnTo>
                    <a:pt x="2360551" y="419100"/>
                  </a:lnTo>
                  <a:lnTo>
                    <a:pt x="2351276" y="393700"/>
                  </a:lnTo>
                  <a:lnTo>
                    <a:pt x="2333833" y="342900"/>
                  </a:lnTo>
                  <a:lnTo>
                    <a:pt x="2313027" y="292100"/>
                  </a:lnTo>
                  <a:lnTo>
                    <a:pt x="2289029" y="241300"/>
                  </a:lnTo>
                  <a:lnTo>
                    <a:pt x="2245668" y="203200"/>
                  </a:lnTo>
                  <a:lnTo>
                    <a:pt x="2204611" y="203200"/>
                  </a:lnTo>
                  <a:lnTo>
                    <a:pt x="2204611" y="190500"/>
                  </a:lnTo>
                  <a:lnTo>
                    <a:pt x="2197565" y="177800"/>
                  </a:lnTo>
                  <a:close/>
                </a:path>
                <a:path w="2385060" h="2247900">
                  <a:moveTo>
                    <a:pt x="2377096" y="584200"/>
                  </a:moveTo>
                  <a:lnTo>
                    <a:pt x="2303457" y="584200"/>
                  </a:lnTo>
                  <a:lnTo>
                    <a:pt x="2308020" y="596900"/>
                  </a:lnTo>
                  <a:lnTo>
                    <a:pt x="2372377" y="596900"/>
                  </a:lnTo>
                  <a:lnTo>
                    <a:pt x="2377096" y="584200"/>
                  </a:lnTo>
                  <a:close/>
                </a:path>
                <a:path w="2385060" h="2247900">
                  <a:moveTo>
                    <a:pt x="2360551" y="419100"/>
                  </a:moveTo>
                  <a:lnTo>
                    <a:pt x="2259034" y="419100"/>
                  </a:lnTo>
                  <a:lnTo>
                    <a:pt x="2287956" y="533400"/>
                  </a:lnTo>
                  <a:lnTo>
                    <a:pt x="2381744" y="533400"/>
                  </a:lnTo>
                  <a:lnTo>
                    <a:pt x="2375401" y="482600"/>
                  </a:lnTo>
                  <a:lnTo>
                    <a:pt x="2365188" y="431800"/>
                  </a:lnTo>
                  <a:lnTo>
                    <a:pt x="2360551" y="419100"/>
                  </a:lnTo>
                  <a:close/>
                </a:path>
                <a:path w="2385060" h="2247900">
                  <a:moveTo>
                    <a:pt x="1962241" y="444499"/>
                  </a:moveTo>
                  <a:lnTo>
                    <a:pt x="1950519" y="444499"/>
                  </a:lnTo>
                  <a:lnTo>
                    <a:pt x="1938142" y="457199"/>
                  </a:lnTo>
                  <a:lnTo>
                    <a:pt x="1972227" y="457199"/>
                  </a:lnTo>
                  <a:lnTo>
                    <a:pt x="1962241" y="444499"/>
                  </a:lnTo>
                  <a:close/>
                </a:path>
                <a:path w="2385060" h="2247900">
                  <a:moveTo>
                    <a:pt x="2209535" y="152400"/>
                  </a:moveTo>
                  <a:lnTo>
                    <a:pt x="2044189" y="152399"/>
                  </a:lnTo>
                  <a:lnTo>
                    <a:pt x="2045142" y="165099"/>
                  </a:lnTo>
                  <a:lnTo>
                    <a:pt x="2049801" y="177799"/>
                  </a:lnTo>
                  <a:lnTo>
                    <a:pt x="2196693" y="177800"/>
                  </a:lnTo>
                  <a:lnTo>
                    <a:pt x="2201860" y="165100"/>
                  </a:lnTo>
                  <a:lnTo>
                    <a:pt x="2206601" y="165100"/>
                  </a:lnTo>
                  <a:lnTo>
                    <a:pt x="2209535" y="152400"/>
                  </a:lnTo>
                  <a:close/>
                </a:path>
                <a:path w="2385060" h="2247900">
                  <a:moveTo>
                    <a:pt x="2146834" y="0"/>
                  </a:moveTo>
                  <a:lnTo>
                    <a:pt x="2109524" y="0"/>
                  </a:lnTo>
                  <a:lnTo>
                    <a:pt x="2079725" y="12699"/>
                  </a:lnTo>
                  <a:lnTo>
                    <a:pt x="2055387" y="12699"/>
                  </a:lnTo>
                  <a:lnTo>
                    <a:pt x="2038976" y="38099"/>
                  </a:lnTo>
                  <a:lnTo>
                    <a:pt x="2032957" y="50799"/>
                  </a:lnTo>
                  <a:lnTo>
                    <a:pt x="2032957" y="63499"/>
                  </a:lnTo>
                  <a:lnTo>
                    <a:pt x="2036380" y="63499"/>
                  </a:lnTo>
                  <a:lnTo>
                    <a:pt x="2042285" y="76199"/>
                  </a:lnTo>
                  <a:lnTo>
                    <a:pt x="2038460" y="76199"/>
                  </a:lnTo>
                  <a:lnTo>
                    <a:pt x="2036178" y="88899"/>
                  </a:lnTo>
                  <a:lnTo>
                    <a:pt x="2038461" y="101599"/>
                  </a:lnTo>
                  <a:lnTo>
                    <a:pt x="2044726" y="114299"/>
                  </a:lnTo>
                  <a:lnTo>
                    <a:pt x="2054098" y="126999"/>
                  </a:lnTo>
                  <a:lnTo>
                    <a:pt x="2065973" y="126999"/>
                  </a:lnTo>
                  <a:lnTo>
                    <a:pt x="2066778" y="139699"/>
                  </a:lnTo>
                  <a:lnTo>
                    <a:pt x="2053022" y="139699"/>
                  </a:lnTo>
                  <a:lnTo>
                    <a:pt x="2046847" y="152399"/>
                  </a:lnTo>
                  <a:lnTo>
                    <a:pt x="2210646" y="152400"/>
                  </a:lnTo>
                  <a:lnTo>
                    <a:pt x="2209913" y="139700"/>
                  </a:lnTo>
                  <a:lnTo>
                    <a:pt x="2218078" y="127000"/>
                  </a:lnTo>
                  <a:lnTo>
                    <a:pt x="2224198" y="114300"/>
                  </a:lnTo>
                  <a:lnTo>
                    <a:pt x="2228041" y="101600"/>
                  </a:lnTo>
                  <a:lnTo>
                    <a:pt x="2229373" y="88900"/>
                  </a:lnTo>
                  <a:lnTo>
                    <a:pt x="2222893" y="50800"/>
                  </a:lnTo>
                  <a:lnTo>
                    <a:pt x="2205215" y="25400"/>
                  </a:lnTo>
                  <a:lnTo>
                    <a:pt x="2178982" y="12700"/>
                  </a:lnTo>
                  <a:lnTo>
                    <a:pt x="2146834" y="0"/>
                  </a:lnTo>
                  <a:close/>
                </a:path>
              </a:pathLst>
            </a:custGeom>
            <a:solidFill>
              <a:srgbClr val="EA9322"/>
            </a:solidFill>
            <a:ln w="0">
              <a:noFill/>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86" name="object 4"/>
            <p:cNvPicPr/>
            <p:nvPr/>
          </p:nvPicPr>
          <p:blipFill>
            <a:blip r:embed="rId1"/>
            <a:stretch/>
          </p:blipFill>
          <p:spPr>
            <a:xfrm>
              <a:off x="2185560" y="4298760"/>
              <a:ext cx="351720" cy="121320"/>
            </a:xfrm>
            <a:prstGeom prst="rect">
              <a:avLst/>
            </a:prstGeom>
            <a:noFill/>
            <a:ln w="0">
              <a:noFill/>
            </a:ln>
          </p:spPr>
        </p:pic>
        <p:sp>
          <p:nvSpPr>
            <p:cNvPr id="87" name="object 5"/>
            <p:cNvSpPr/>
            <p:nvPr/>
          </p:nvSpPr>
          <p:spPr>
            <a:xfrm>
              <a:off x="2277360" y="3623400"/>
              <a:ext cx="336960" cy="722160"/>
            </a:xfrm>
            <a:custGeom>
              <a:avLst/>
              <a:gdLst>
                <a:gd name="textAreaLeft" fmla="*/ 0 w 336960"/>
                <a:gd name="textAreaRight" fmla="*/ 337320 w 336960"/>
                <a:gd name="textAreaTop" fmla="*/ 0 h 722160"/>
                <a:gd name="textAreaBottom" fmla="*/ 722520 h 722160"/>
              </a:gdLst>
              <a:ahLst/>
              <a:cxnLst/>
              <a:rect l="textAreaLeft" t="textAreaTop" r="textAreaRight" b="textAreaBottom"/>
              <a:pathLst>
                <a:path w="337185" h="722629">
                  <a:moveTo>
                    <a:pt x="259762" y="0"/>
                  </a:moveTo>
                  <a:lnTo>
                    <a:pt x="118440" y="13906"/>
                  </a:lnTo>
                  <a:lnTo>
                    <a:pt x="89932" y="80343"/>
                  </a:lnTo>
                  <a:lnTo>
                    <a:pt x="75755" y="121453"/>
                  </a:lnTo>
                  <a:lnTo>
                    <a:pt x="63290" y="164157"/>
                  </a:lnTo>
                  <a:lnTo>
                    <a:pt x="52401" y="208373"/>
                  </a:lnTo>
                  <a:lnTo>
                    <a:pt x="42950" y="254018"/>
                  </a:lnTo>
                  <a:lnTo>
                    <a:pt x="34800" y="301009"/>
                  </a:lnTo>
                  <a:lnTo>
                    <a:pt x="27814" y="349263"/>
                  </a:lnTo>
                  <a:lnTo>
                    <a:pt x="21856" y="398698"/>
                  </a:lnTo>
                  <a:lnTo>
                    <a:pt x="16787" y="449230"/>
                  </a:lnTo>
                  <a:lnTo>
                    <a:pt x="12472" y="500777"/>
                  </a:lnTo>
                  <a:lnTo>
                    <a:pt x="8773" y="553256"/>
                  </a:lnTo>
                  <a:lnTo>
                    <a:pt x="5552" y="606584"/>
                  </a:lnTo>
                  <a:lnTo>
                    <a:pt x="2673" y="660678"/>
                  </a:lnTo>
                  <a:lnTo>
                    <a:pt x="0" y="715456"/>
                  </a:lnTo>
                  <a:lnTo>
                    <a:pt x="99180" y="722375"/>
                  </a:lnTo>
                  <a:lnTo>
                    <a:pt x="179237" y="390108"/>
                  </a:lnTo>
                  <a:lnTo>
                    <a:pt x="185947" y="722375"/>
                  </a:lnTo>
                  <a:lnTo>
                    <a:pt x="259762" y="722375"/>
                  </a:lnTo>
                  <a:lnTo>
                    <a:pt x="332974" y="266163"/>
                  </a:lnTo>
                  <a:lnTo>
                    <a:pt x="337055" y="217532"/>
                  </a:lnTo>
                  <a:lnTo>
                    <a:pt x="333879" y="169234"/>
                  </a:lnTo>
                  <a:lnTo>
                    <a:pt x="323629" y="122067"/>
                  </a:lnTo>
                  <a:lnTo>
                    <a:pt x="306490" y="76832"/>
                  </a:lnTo>
                  <a:lnTo>
                    <a:pt x="282645" y="34328"/>
                  </a:lnTo>
                  <a:lnTo>
                    <a:pt x="259762" y="0"/>
                  </a:lnTo>
                  <a:close/>
                </a:path>
              </a:pathLst>
            </a:custGeom>
            <a:solidFill>
              <a:srgbClr val="9ABA50"/>
            </a:solidFill>
            <a:ln w="0">
              <a:noFill/>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88" name="object 6"/>
            <p:cNvPicPr/>
            <p:nvPr/>
          </p:nvPicPr>
          <p:blipFill>
            <a:blip r:embed="rId2"/>
            <a:stretch/>
          </p:blipFill>
          <p:spPr>
            <a:xfrm>
              <a:off x="2252880" y="3408480"/>
              <a:ext cx="162720" cy="315720"/>
            </a:xfrm>
            <a:prstGeom prst="rect">
              <a:avLst/>
            </a:prstGeom>
            <a:noFill/>
            <a:ln w="0">
              <a:noFill/>
            </a:ln>
          </p:spPr>
        </p:pic>
        <p:pic>
          <p:nvPicPr>
            <p:cNvPr id="89" name="object 7"/>
            <p:cNvPicPr/>
            <p:nvPr/>
          </p:nvPicPr>
          <p:blipFill>
            <a:blip r:embed="rId3"/>
            <a:stretch/>
          </p:blipFill>
          <p:spPr>
            <a:xfrm>
              <a:off x="2340720" y="3193560"/>
              <a:ext cx="196200" cy="177120"/>
            </a:xfrm>
            <a:prstGeom prst="rect">
              <a:avLst/>
            </a:prstGeom>
            <a:noFill/>
            <a:ln w="0">
              <a:noFill/>
            </a:ln>
          </p:spPr>
        </p:pic>
        <p:pic>
          <p:nvPicPr>
            <p:cNvPr id="90" name="object 8"/>
            <p:cNvPicPr/>
            <p:nvPr/>
          </p:nvPicPr>
          <p:blipFill>
            <a:blip r:embed="rId4"/>
            <a:stretch/>
          </p:blipFill>
          <p:spPr>
            <a:xfrm>
              <a:off x="1491480" y="3931200"/>
              <a:ext cx="192960" cy="207000"/>
            </a:xfrm>
            <a:prstGeom prst="rect">
              <a:avLst/>
            </a:prstGeom>
            <a:noFill/>
            <a:ln w="0">
              <a:noFill/>
            </a:ln>
          </p:spPr>
        </p:pic>
        <p:sp>
          <p:nvSpPr>
            <p:cNvPr id="91" name="object 9"/>
            <p:cNvSpPr/>
            <p:nvPr/>
          </p:nvSpPr>
          <p:spPr>
            <a:xfrm>
              <a:off x="1068840" y="4003560"/>
              <a:ext cx="447480" cy="862560"/>
            </a:xfrm>
            <a:custGeom>
              <a:avLst/>
              <a:gdLst>
                <a:gd name="textAreaLeft" fmla="*/ 0 w 447480"/>
                <a:gd name="textAreaRight" fmla="*/ 447840 w 447480"/>
                <a:gd name="textAreaTop" fmla="*/ 0 h 862560"/>
                <a:gd name="textAreaBottom" fmla="*/ 862920 h 862560"/>
              </a:gdLst>
              <a:ahLst/>
              <a:cxnLst/>
              <a:rect l="textAreaLeft" t="textAreaTop" r="textAreaRight" b="textAreaBottom"/>
              <a:pathLst>
                <a:path w="447675" h="862964">
                  <a:moveTo>
                    <a:pt x="196151" y="68999"/>
                  </a:moveTo>
                  <a:lnTo>
                    <a:pt x="156629" y="0"/>
                  </a:lnTo>
                  <a:lnTo>
                    <a:pt x="0" y="247357"/>
                  </a:lnTo>
                  <a:lnTo>
                    <a:pt x="15976" y="280543"/>
                  </a:lnTo>
                  <a:lnTo>
                    <a:pt x="43484" y="248361"/>
                  </a:lnTo>
                  <a:lnTo>
                    <a:pt x="53682" y="236270"/>
                  </a:lnTo>
                  <a:lnTo>
                    <a:pt x="196151" y="68999"/>
                  </a:lnTo>
                  <a:close/>
                </a:path>
                <a:path w="447675" h="862964">
                  <a:moveTo>
                    <a:pt x="229501" y="740918"/>
                  </a:moveTo>
                  <a:lnTo>
                    <a:pt x="166357" y="740918"/>
                  </a:lnTo>
                  <a:lnTo>
                    <a:pt x="159575" y="790867"/>
                  </a:lnTo>
                  <a:lnTo>
                    <a:pt x="46037" y="862584"/>
                  </a:lnTo>
                  <a:lnTo>
                    <a:pt x="229501" y="862584"/>
                  </a:lnTo>
                  <a:lnTo>
                    <a:pt x="229501" y="740918"/>
                  </a:lnTo>
                  <a:close/>
                </a:path>
                <a:path w="447675" h="862964">
                  <a:moveTo>
                    <a:pt x="447319" y="740918"/>
                  </a:moveTo>
                  <a:lnTo>
                    <a:pt x="384111" y="740918"/>
                  </a:lnTo>
                  <a:lnTo>
                    <a:pt x="377329" y="790892"/>
                  </a:lnTo>
                  <a:lnTo>
                    <a:pt x="263791" y="862596"/>
                  </a:lnTo>
                  <a:lnTo>
                    <a:pt x="447319" y="862596"/>
                  </a:lnTo>
                  <a:lnTo>
                    <a:pt x="447319" y="740918"/>
                  </a:lnTo>
                  <a:close/>
                </a:path>
              </a:pathLst>
            </a:custGeom>
            <a:solidFill>
              <a:srgbClr val="EA9322"/>
            </a:solidFill>
            <a:ln w="0">
              <a:noFill/>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92" name="object 10"/>
            <p:cNvSpPr/>
            <p:nvPr/>
          </p:nvSpPr>
          <p:spPr>
            <a:xfrm>
              <a:off x="1214280" y="4215960"/>
              <a:ext cx="302040" cy="568080"/>
            </a:xfrm>
            <a:custGeom>
              <a:avLst/>
              <a:gdLst>
                <a:gd name="textAreaLeft" fmla="*/ 0 w 302040"/>
                <a:gd name="textAreaRight" fmla="*/ 302400 w 302040"/>
                <a:gd name="textAreaTop" fmla="*/ 0 h 568080"/>
                <a:gd name="textAreaBottom" fmla="*/ 568440 h 568080"/>
              </a:gdLst>
              <a:ahLst/>
              <a:cxnLst/>
              <a:rect l="textAreaLeft" t="textAreaTop" r="textAreaRight" b="textAreaBottom"/>
              <a:pathLst>
                <a:path w="302259" h="568325">
                  <a:moveTo>
                    <a:pt x="292644" y="0"/>
                  </a:moveTo>
                  <a:lnTo>
                    <a:pt x="92269" y="16122"/>
                  </a:lnTo>
                  <a:lnTo>
                    <a:pt x="25432" y="206642"/>
                  </a:lnTo>
                  <a:lnTo>
                    <a:pt x="6425" y="280253"/>
                  </a:lnTo>
                  <a:lnTo>
                    <a:pt x="0" y="355981"/>
                  </a:lnTo>
                  <a:lnTo>
                    <a:pt x="0" y="557787"/>
                  </a:lnTo>
                  <a:lnTo>
                    <a:pt x="98912" y="567742"/>
                  </a:lnTo>
                  <a:lnTo>
                    <a:pt x="120453" y="356921"/>
                  </a:lnTo>
                  <a:lnTo>
                    <a:pt x="123850" y="332312"/>
                  </a:lnTo>
                  <a:lnTo>
                    <a:pt x="128908" y="308023"/>
                  </a:lnTo>
                  <a:lnTo>
                    <a:pt x="135627" y="284151"/>
                  </a:lnTo>
                  <a:lnTo>
                    <a:pt x="144006" y="260788"/>
                  </a:lnTo>
                  <a:lnTo>
                    <a:pt x="160581" y="219137"/>
                  </a:lnTo>
                  <a:lnTo>
                    <a:pt x="160581" y="329445"/>
                  </a:lnTo>
                  <a:lnTo>
                    <a:pt x="161086" y="339804"/>
                  </a:lnTo>
                  <a:lnTo>
                    <a:pt x="162301" y="350094"/>
                  </a:lnTo>
                  <a:lnTo>
                    <a:pt x="164233" y="360271"/>
                  </a:lnTo>
                  <a:lnTo>
                    <a:pt x="166889" y="370290"/>
                  </a:lnTo>
                  <a:lnTo>
                    <a:pt x="226478" y="567742"/>
                  </a:lnTo>
                  <a:lnTo>
                    <a:pt x="300629" y="559668"/>
                  </a:lnTo>
                  <a:lnTo>
                    <a:pt x="279692" y="333745"/>
                  </a:lnTo>
                  <a:lnTo>
                    <a:pt x="278398" y="308772"/>
                  </a:lnTo>
                  <a:lnTo>
                    <a:pt x="279097" y="283805"/>
                  </a:lnTo>
                  <a:lnTo>
                    <a:pt x="281721" y="258952"/>
                  </a:lnTo>
                  <a:lnTo>
                    <a:pt x="295092" y="185560"/>
                  </a:lnTo>
                  <a:lnTo>
                    <a:pt x="300278" y="137725"/>
                  </a:lnTo>
                  <a:lnTo>
                    <a:pt x="301663" y="90838"/>
                  </a:lnTo>
                  <a:lnTo>
                    <a:pt x="299150" y="44922"/>
                  </a:lnTo>
                  <a:lnTo>
                    <a:pt x="292644" y="0"/>
                  </a:lnTo>
                  <a:close/>
                </a:path>
              </a:pathLst>
            </a:custGeom>
            <a:solidFill>
              <a:srgbClr val="9ABA50"/>
            </a:solidFill>
            <a:ln w="0">
              <a:noFill/>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93" name="object 11"/>
            <p:cNvPicPr/>
            <p:nvPr/>
          </p:nvPicPr>
          <p:blipFill>
            <a:blip r:embed="rId5"/>
            <a:stretch/>
          </p:blipFill>
          <p:spPr>
            <a:xfrm>
              <a:off x="2148480" y="3652920"/>
              <a:ext cx="165960" cy="175680"/>
            </a:xfrm>
            <a:prstGeom prst="rect">
              <a:avLst/>
            </a:prstGeom>
            <a:noFill/>
            <a:ln w="0">
              <a:noFill/>
            </a:ln>
          </p:spPr>
        </p:pic>
        <p:pic>
          <p:nvPicPr>
            <p:cNvPr id="94" name="object 12"/>
            <p:cNvPicPr/>
            <p:nvPr/>
          </p:nvPicPr>
          <p:blipFill>
            <a:blip r:embed="rId6"/>
            <a:stretch/>
          </p:blipFill>
          <p:spPr>
            <a:xfrm>
              <a:off x="2618640" y="3702960"/>
              <a:ext cx="73800" cy="184320"/>
            </a:xfrm>
            <a:prstGeom prst="rect">
              <a:avLst/>
            </a:prstGeom>
            <a:noFill/>
            <a:ln w="0">
              <a:noFill/>
            </a:ln>
          </p:spPr>
        </p:pic>
        <p:pic>
          <p:nvPicPr>
            <p:cNvPr id="95" name="object 13"/>
            <p:cNvPicPr/>
            <p:nvPr/>
          </p:nvPicPr>
          <p:blipFill>
            <a:blip r:embed="rId7"/>
            <a:stretch/>
          </p:blipFill>
          <p:spPr>
            <a:xfrm>
              <a:off x="1590840" y="3978000"/>
              <a:ext cx="160560" cy="182880"/>
            </a:xfrm>
            <a:prstGeom prst="rect">
              <a:avLst/>
            </a:prstGeom>
            <a:noFill/>
            <a:ln w="0">
              <a:noFill/>
            </a:ln>
          </p:spPr>
        </p:pic>
        <p:pic>
          <p:nvPicPr>
            <p:cNvPr id="96" name="object 14"/>
            <p:cNvPicPr/>
            <p:nvPr/>
          </p:nvPicPr>
          <p:blipFill>
            <a:blip r:embed="rId8"/>
            <a:stretch/>
          </p:blipFill>
          <p:spPr>
            <a:xfrm>
              <a:off x="2093400" y="4317120"/>
              <a:ext cx="166320" cy="110520"/>
            </a:xfrm>
            <a:prstGeom prst="rect">
              <a:avLst/>
            </a:prstGeom>
            <a:noFill/>
            <a:ln w="0">
              <a:noFill/>
            </a:ln>
          </p:spPr>
        </p:pic>
        <p:pic>
          <p:nvPicPr>
            <p:cNvPr id="97" name="object 15"/>
            <p:cNvPicPr/>
            <p:nvPr/>
          </p:nvPicPr>
          <p:blipFill>
            <a:blip r:embed="rId9"/>
            <a:stretch/>
          </p:blipFill>
          <p:spPr>
            <a:xfrm>
              <a:off x="1709640" y="4471200"/>
              <a:ext cx="171720" cy="158760"/>
            </a:xfrm>
            <a:prstGeom prst="rect">
              <a:avLst/>
            </a:prstGeom>
            <a:noFill/>
            <a:ln w="0">
              <a:noFill/>
            </a:ln>
          </p:spPr>
        </p:pic>
        <p:sp>
          <p:nvSpPr>
            <p:cNvPr id="98" name="object 16"/>
            <p:cNvSpPr/>
            <p:nvPr/>
          </p:nvSpPr>
          <p:spPr>
            <a:xfrm>
              <a:off x="1726560" y="3954600"/>
              <a:ext cx="491040" cy="575640"/>
            </a:xfrm>
            <a:custGeom>
              <a:avLst/>
              <a:gdLst>
                <a:gd name="textAreaLeft" fmla="*/ 0 w 491040"/>
                <a:gd name="textAreaRight" fmla="*/ 491400 w 491040"/>
                <a:gd name="textAreaTop" fmla="*/ 0 h 575640"/>
                <a:gd name="textAreaBottom" fmla="*/ 576000 h 575640"/>
              </a:gdLst>
              <a:ahLst/>
              <a:cxnLst/>
              <a:rect l="textAreaLeft" t="textAreaTop" r="textAreaRight" b="textAreaBottom"/>
              <a:pathLst>
                <a:path w="491489" h="575945">
                  <a:moveTo>
                    <a:pt x="282444" y="0"/>
                  </a:moveTo>
                  <a:lnTo>
                    <a:pt x="144342" y="10815"/>
                  </a:lnTo>
                  <a:lnTo>
                    <a:pt x="121457" y="55772"/>
                  </a:lnTo>
                  <a:lnTo>
                    <a:pt x="105464" y="105327"/>
                  </a:lnTo>
                  <a:lnTo>
                    <a:pt x="95398" y="158839"/>
                  </a:lnTo>
                  <a:lnTo>
                    <a:pt x="90293" y="215665"/>
                  </a:lnTo>
                  <a:lnTo>
                    <a:pt x="89182" y="275165"/>
                  </a:lnTo>
                  <a:lnTo>
                    <a:pt x="87642" y="300497"/>
                  </a:lnTo>
                  <a:lnTo>
                    <a:pt x="82597" y="325263"/>
                  </a:lnTo>
                  <a:lnTo>
                    <a:pt x="74168" y="349097"/>
                  </a:lnTo>
                  <a:lnTo>
                    <a:pt x="62474" y="371634"/>
                  </a:lnTo>
                  <a:lnTo>
                    <a:pt x="39152" y="413656"/>
                  </a:lnTo>
                  <a:lnTo>
                    <a:pt x="20894" y="455590"/>
                  </a:lnTo>
                  <a:lnTo>
                    <a:pt x="7808" y="497449"/>
                  </a:lnTo>
                  <a:lnTo>
                    <a:pt x="0" y="539245"/>
                  </a:lnTo>
                  <a:lnTo>
                    <a:pt x="126895" y="575723"/>
                  </a:lnTo>
                  <a:lnTo>
                    <a:pt x="262983" y="176747"/>
                  </a:lnTo>
                  <a:lnTo>
                    <a:pt x="278285" y="180255"/>
                  </a:lnTo>
                  <a:lnTo>
                    <a:pt x="299237" y="183045"/>
                  </a:lnTo>
                  <a:lnTo>
                    <a:pt x="322679" y="185306"/>
                  </a:lnTo>
                  <a:lnTo>
                    <a:pt x="345455" y="187227"/>
                  </a:lnTo>
                  <a:lnTo>
                    <a:pt x="355387" y="190661"/>
                  </a:lnTo>
                  <a:lnTo>
                    <a:pt x="362298" y="197917"/>
                  </a:lnTo>
                  <a:lnTo>
                    <a:pt x="365234" y="207453"/>
                  </a:lnTo>
                  <a:lnTo>
                    <a:pt x="363238" y="217727"/>
                  </a:lnTo>
                  <a:lnTo>
                    <a:pt x="350199" y="256448"/>
                  </a:lnTo>
                  <a:lnTo>
                    <a:pt x="343123" y="300617"/>
                  </a:lnTo>
                  <a:lnTo>
                    <a:pt x="340099" y="348502"/>
                  </a:lnTo>
                  <a:lnTo>
                    <a:pt x="339214" y="398371"/>
                  </a:lnTo>
                  <a:lnTo>
                    <a:pt x="471075" y="391720"/>
                  </a:lnTo>
                  <a:lnTo>
                    <a:pt x="477854" y="342673"/>
                  </a:lnTo>
                  <a:lnTo>
                    <a:pt x="483721" y="294490"/>
                  </a:lnTo>
                  <a:lnTo>
                    <a:pt x="488232" y="247600"/>
                  </a:lnTo>
                  <a:lnTo>
                    <a:pt x="490943" y="202432"/>
                  </a:lnTo>
                  <a:lnTo>
                    <a:pt x="491408" y="159415"/>
                  </a:lnTo>
                  <a:lnTo>
                    <a:pt x="489178" y="141715"/>
                  </a:lnTo>
                  <a:lnTo>
                    <a:pt x="461614" y="97342"/>
                  </a:lnTo>
                  <a:lnTo>
                    <a:pt x="393326" y="53902"/>
                  </a:lnTo>
                  <a:lnTo>
                    <a:pt x="351252" y="32507"/>
                  </a:lnTo>
                  <a:lnTo>
                    <a:pt x="306467" y="11218"/>
                  </a:lnTo>
                  <a:lnTo>
                    <a:pt x="282444" y="0"/>
                  </a:lnTo>
                  <a:close/>
                </a:path>
              </a:pathLst>
            </a:custGeom>
            <a:solidFill>
              <a:srgbClr val="9ABA50"/>
            </a:solidFill>
            <a:ln w="0">
              <a:noFill/>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99" name="object 17"/>
            <p:cNvSpPr/>
            <p:nvPr/>
          </p:nvSpPr>
          <p:spPr>
            <a:xfrm>
              <a:off x="1662480" y="3511440"/>
              <a:ext cx="356400" cy="317880"/>
            </a:xfrm>
            <a:custGeom>
              <a:avLst/>
              <a:gdLst>
                <a:gd name="textAreaLeft" fmla="*/ 0 w 356400"/>
                <a:gd name="textAreaRight" fmla="*/ 356760 w 356400"/>
                <a:gd name="textAreaTop" fmla="*/ 0 h 317880"/>
                <a:gd name="textAreaBottom" fmla="*/ 318240 h 317880"/>
              </a:gdLst>
              <a:ahLst/>
              <a:cxnLst/>
              <a:rect l="textAreaLeft" t="textAreaTop" r="textAreaRight" b="textAreaBottom"/>
              <a:pathLst>
                <a:path w="356869" h="318135">
                  <a:moveTo>
                    <a:pt x="285128" y="0"/>
                  </a:moveTo>
                  <a:lnTo>
                    <a:pt x="277296" y="432"/>
                  </a:lnTo>
                  <a:lnTo>
                    <a:pt x="269727" y="1696"/>
                  </a:lnTo>
                  <a:lnTo>
                    <a:pt x="262461" y="3741"/>
                  </a:lnTo>
                  <a:lnTo>
                    <a:pt x="255535" y="6516"/>
                  </a:lnTo>
                  <a:lnTo>
                    <a:pt x="248153" y="5508"/>
                  </a:lnTo>
                  <a:lnTo>
                    <a:pt x="202138" y="26218"/>
                  </a:lnTo>
                  <a:lnTo>
                    <a:pt x="171215" y="92763"/>
                  </a:lnTo>
                  <a:lnTo>
                    <a:pt x="155616" y="124751"/>
                  </a:lnTo>
                  <a:lnTo>
                    <a:pt x="123391" y="152189"/>
                  </a:lnTo>
                  <a:lnTo>
                    <a:pt x="81996" y="172127"/>
                  </a:lnTo>
                  <a:lnTo>
                    <a:pt x="41151" y="192090"/>
                  </a:lnTo>
                  <a:lnTo>
                    <a:pt x="10579" y="219605"/>
                  </a:lnTo>
                  <a:lnTo>
                    <a:pt x="0" y="262199"/>
                  </a:lnTo>
                  <a:lnTo>
                    <a:pt x="37318" y="291118"/>
                  </a:lnTo>
                  <a:lnTo>
                    <a:pt x="81872" y="309928"/>
                  </a:lnTo>
                  <a:lnTo>
                    <a:pt x="129910" y="317678"/>
                  </a:lnTo>
                  <a:lnTo>
                    <a:pt x="177685" y="313416"/>
                  </a:lnTo>
                  <a:lnTo>
                    <a:pt x="221445" y="296192"/>
                  </a:lnTo>
                  <a:lnTo>
                    <a:pt x="235073" y="271374"/>
                  </a:lnTo>
                  <a:lnTo>
                    <a:pt x="242743" y="241953"/>
                  </a:lnTo>
                  <a:lnTo>
                    <a:pt x="253822" y="215769"/>
                  </a:lnTo>
                  <a:lnTo>
                    <a:pt x="277679" y="200663"/>
                  </a:lnTo>
                  <a:lnTo>
                    <a:pt x="306655" y="197916"/>
                  </a:lnTo>
                  <a:lnTo>
                    <a:pt x="325382" y="181156"/>
                  </a:lnTo>
                  <a:lnTo>
                    <a:pt x="334686" y="154382"/>
                  </a:lnTo>
                  <a:lnTo>
                    <a:pt x="335389" y="121593"/>
                  </a:lnTo>
                  <a:lnTo>
                    <a:pt x="344114" y="111047"/>
                  </a:lnTo>
                  <a:lnTo>
                    <a:pt x="350681" y="98946"/>
                  </a:lnTo>
                  <a:lnTo>
                    <a:pt x="354819" y="85572"/>
                  </a:lnTo>
                  <a:lnTo>
                    <a:pt x="356259" y="71209"/>
                  </a:lnTo>
                  <a:lnTo>
                    <a:pt x="350675" y="43503"/>
                  </a:lnTo>
                  <a:lnTo>
                    <a:pt x="335440" y="20867"/>
                  </a:lnTo>
                  <a:lnTo>
                    <a:pt x="312832" y="5600"/>
                  </a:lnTo>
                  <a:lnTo>
                    <a:pt x="285128" y="0"/>
                  </a:lnTo>
                  <a:close/>
                </a:path>
              </a:pathLst>
            </a:custGeom>
            <a:solidFill>
              <a:srgbClr val="000000"/>
            </a:solidFill>
            <a:ln w="0">
              <a:noFill/>
            </a:ln>
          </p:spPr>
          <p:style>
            <a:lnRef idx="0"/>
            <a:fillRef idx="0"/>
            <a:effectRef idx="0"/>
            <a:fontRef idx="minor"/>
          </p:style>
          <p:txBody>
            <a:bodyPr lIns="0" tIns="0" rIns="0" bIns="0" anchor="t">
              <a:noAutofit/>
            </a:bodyPr>
            <a:p>
              <a:endParaRPr lang="en-IN" sz="1800" b="0" u="none" strike="noStrike">
                <a:solidFill>
                  <a:srgbClr val="FFFFFF"/>
                </a:solidFill>
                <a:effectLst/>
                <a:uFillTx/>
                <a:latin typeface="Arial"/>
              </a:endParaRPr>
            </a:p>
          </p:txBody>
        </p:sp>
        <p:sp>
          <p:nvSpPr>
            <p:cNvPr id="100" name="object 18"/>
            <p:cNvSpPr/>
            <p:nvPr/>
          </p:nvSpPr>
          <p:spPr>
            <a:xfrm>
              <a:off x="1671840" y="3709800"/>
              <a:ext cx="562320" cy="318240"/>
            </a:xfrm>
            <a:custGeom>
              <a:avLst/>
              <a:gdLst>
                <a:gd name="textAreaLeft" fmla="*/ 0 w 562320"/>
                <a:gd name="textAreaRight" fmla="*/ 562680 w 562320"/>
                <a:gd name="textAreaTop" fmla="*/ 0 h 318240"/>
                <a:gd name="textAreaBottom" fmla="*/ 318600 h 318240"/>
              </a:gdLst>
              <a:ahLst/>
              <a:cxnLst/>
              <a:rect l="textAreaLeft" t="textAreaTop" r="textAreaRight" b="textAreaBottom"/>
              <a:pathLst>
                <a:path w="562610" h="318770">
                  <a:moveTo>
                    <a:pt x="320559" y="67"/>
                  </a:moveTo>
                  <a:lnTo>
                    <a:pt x="186283" y="3426"/>
                  </a:lnTo>
                  <a:lnTo>
                    <a:pt x="149375" y="25393"/>
                  </a:lnTo>
                  <a:lnTo>
                    <a:pt x="0" y="282353"/>
                  </a:lnTo>
                  <a:lnTo>
                    <a:pt x="77841" y="318764"/>
                  </a:lnTo>
                  <a:lnTo>
                    <a:pt x="175210" y="169694"/>
                  </a:lnTo>
                  <a:lnTo>
                    <a:pt x="185075" y="275769"/>
                  </a:lnTo>
                  <a:lnTo>
                    <a:pt x="231477" y="285660"/>
                  </a:lnTo>
                  <a:lnTo>
                    <a:pt x="276916" y="286980"/>
                  </a:lnTo>
                  <a:lnTo>
                    <a:pt x="321311" y="279066"/>
                  </a:lnTo>
                  <a:lnTo>
                    <a:pt x="364580" y="261259"/>
                  </a:lnTo>
                  <a:lnTo>
                    <a:pt x="380618" y="157333"/>
                  </a:lnTo>
                  <a:lnTo>
                    <a:pt x="446783" y="188638"/>
                  </a:lnTo>
                  <a:lnTo>
                    <a:pt x="457026" y="191518"/>
                  </a:lnTo>
                  <a:lnTo>
                    <a:pt x="467376" y="190922"/>
                  </a:lnTo>
                  <a:lnTo>
                    <a:pt x="477009" y="187051"/>
                  </a:lnTo>
                  <a:lnTo>
                    <a:pt x="485100" y="180106"/>
                  </a:lnTo>
                  <a:lnTo>
                    <a:pt x="562271" y="86996"/>
                  </a:lnTo>
                  <a:lnTo>
                    <a:pt x="504024" y="39635"/>
                  </a:lnTo>
                  <a:lnTo>
                    <a:pt x="465304" y="71209"/>
                  </a:lnTo>
                  <a:lnTo>
                    <a:pt x="456086" y="76336"/>
                  </a:lnTo>
                  <a:lnTo>
                    <a:pt x="445961" y="78011"/>
                  </a:lnTo>
                  <a:lnTo>
                    <a:pt x="435862" y="76235"/>
                  </a:lnTo>
                  <a:lnTo>
                    <a:pt x="426719" y="71008"/>
                  </a:lnTo>
                  <a:lnTo>
                    <a:pt x="360084" y="15652"/>
                  </a:lnTo>
                  <a:lnTo>
                    <a:pt x="351758" y="9727"/>
                  </a:lnTo>
                  <a:lnTo>
                    <a:pt x="342695" y="5181"/>
                  </a:lnTo>
                  <a:lnTo>
                    <a:pt x="333067" y="2058"/>
                  </a:lnTo>
                  <a:lnTo>
                    <a:pt x="320559" y="67"/>
                  </a:lnTo>
                  <a:close/>
                </a:path>
              </a:pathLst>
            </a:custGeom>
            <a:solidFill>
              <a:srgbClr val="A3C2DB"/>
            </a:solidFill>
            <a:ln w="0">
              <a:noFill/>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01" name="object 19"/>
            <p:cNvPicPr/>
            <p:nvPr/>
          </p:nvPicPr>
          <p:blipFill>
            <a:blip r:embed="rId10"/>
            <a:stretch/>
          </p:blipFill>
          <p:spPr>
            <a:xfrm>
              <a:off x="1847160" y="3537360"/>
              <a:ext cx="161640" cy="280800"/>
            </a:xfrm>
            <a:prstGeom prst="rect">
              <a:avLst/>
            </a:prstGeom>
            <a:noFill/>
            <a:ln w="0">
              <a:noFill/>
            </a:ln>
          </p:spPr>
        </p:pic>
        <p:pic>
          <p:nvPicPr>
            <p:cNvPr id="102" name="object 20"/>
            <p:cNvPicPr/>
            <p:nvPr/>
          </p:nvPicPr>
          <p:blipFill>
            <a:blip r:embed="rId11"/>
            <a:stretch/>
          </p:blipFill>
          <p:spPr>
            <a:xfrm>
              <a:off x="2018520" y="3722760"/>
              <a:ext cx="266400" cy="181080"/>
            </a:xfrm>
            <a:prstGeom prst="rect">
              <a:avLst/>
            </a:prstGeom>
            <a:noFill/>
            <a:ln w="0">
              <a:noFill/>
            </a:ln>
          </p:spPr>
        </p:pic>
        <p:sp>
          <p:nvSpPr>
            <p:cNvPr id="103" name="object 21"/>
            <p:cNvSpPr/>
            <p:nvPr/>
          </p:nvSpPr>
          <p:spPr>
            <a:xfrm>
              <a:off x="1614240" y="4108680"/>
              <a:ext cx="66240" cy="60480"/>
            </a:xfrm>
            <a:custGeom>
              <a:avLst/>
              <a:gdLst>
                <a:gd name="textAreaLeft" fmla="*/ 0 w 66240"/>
                <a:gd name="textAreaRight" fmla="*/ 66600 w 66240"/>
                <a:gd name="textAreaTop" fmla="*/ 0 h 60480"/>
                <a:gd name="textAreaBottom" fmla="*/ 60840 h 60480"/>
              </a:gdLst>
              <a:ahLst/>
              <a:cxnLst/>
              <a:rect l="textAreaLeft" t="textAreaTop" r="textAreaRight" b="textAreaBottom"/>
              <a:pathLst>
                <a:path w="66675" h="60960">
                  <a:moveTo>
                    <a:pt x="34541" y="0"/>
                  </a:moveTo>
                  <a:lnTo>
                    <a:pt x="21572" y="2921"/>
                  </a:lnTo>
                  <a:lnTo>
                    <a:pt x="10405" y="10136"/>
                  </a:lnTo>
                  <a:lnTo>
                    <a:pt x="3000" y="20135"/>
                  </a:lnTo>
                  <a:lnTo>
                    <a:pt x="0" y="31621"/>
                  </a:lnTo>
                  <a:lnTo>
                    <a:pt x="2044" y="43295"/>
                  </a:lnTo>
                  <a:lnTo>
                    <a:pt x="8936" y="52929"/>
                  </a:lnTo>
                  <a:lnTo>
                    <a:pt x="19231" y="58847"/>
                  </a:lnTo>
                  <a:lnTo>
                    <a:pt x="31552" y="60583"/>
                  </a:lnTo>
                  <a:lnTo>
                    <a:pt x="44521" y="57672"/>
                  </a:lnTo>
                  <a:lnTo>
                    <a:pt x="55679" y="50456"/>
                  </a:lnTo>
                  <a:lnTo>
                    <a:pt x="63068" y="40457"/>
                  </a:lnTo>
                  <a:lnTo>
                    <a:pt x="66065" y="28971"/>
                  </a:lnTo>
                  <a:lnTo>
                    <a:pt x="64049" y="17297"/>
                  </a:lnTo>
                  <a:lnTo>
                    <a:pt x="57157" y="7635"/>
                  </a:lnTo>
                  <a:lnTo>
                    <a:pt x="46862" y="1720"/>
                  </a:lnTo>
                  <a:lnTo>
                    <a:pt x="34541" y="0"/>
                  </a:lnTo>
                  <a:close/>
                </a:path>
              </a:pathLst>
            </a:custGeom>
            <a:solidFill>
              <a:srgbClr val="EA9322"/>
            </a:solidFill>
            <a:ln w="0">
              <a:noFill/>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104" name="object 22"/>
            <p:cNvSpPr/>
            <p:nvPr/>
          </p:nvSpPr>
          <p:spPr>
            <a:xfrm>
              <a:off x="583200" y="4232160"/>
              <a:ext cx="263160" cy="208080"/>
            </a:xfrm>
            <a:custGeom>
              <a:avLst/>
              <a:gdLst>
                <a:gd name="textAreaLeft" fmla="*/ 0 w 263160"/>
                <a:gd name="textAreaRight" fmla="*/ 263520 w 263160"/>
                <a:gd name="textAreaTop" fmla="*/ 0 h 208080"/>
                <a:gd name="textAreaBottom" fmla="*/ 208440 h 208080"/>
              </a:gdLst>
              <a:ahLst/>
              <a:cxnLst/>
              <a:rect l="textAreaLeft" t="textAreaTop" r="textAreaRight" b="textAreaBottom"/>
              <a:pathLst>
                <a:path w="263525" h="208279">
                  <a:moveTo>
                    <a:pt x="164799" y="0"/>
                  </a:moveTo>
                  <a:lnTo>
                    <a:pt x="123633" y="6972"/>
                  </a:lnTo>
                  <a:lnTo>
                    <a:pt x="85249" y="30888"/>
                  </a:lnTo>
                  <a:lnTo>
                    <a:pt x="60515" y="14056"/>
                  </a:lnTo>
                  <a:lnTo>
                    <a:pt x="32428" y="15135"/>
                  </a:lnTo>
                  <a:lnTo>
                    <a:pt x="9439" y="31379"/>
                  </a:lnTo>
                  <a:lnTo>
                    <a:pt x="0" y="60044"/>
                  </a:lnTo>
                  <a:lnTo>
                    <a:pt x="4044" y="79293"/>
                  </a:lnTo>
                  <a:lnTo>
                    <a:pt x="15101" y="94826"/>
                  </a:lnTo>
                  <a:lnTo>
                    <a:pt x="31303" y="104842"/>
                  </a:lnTo>
                  <a:lnTo>
                    <a:pt x="50778" y="107539"/>
                  </a:lnTo>
                  <a:lnTo>
                    <a:pt x="40199" y="120058"/>
                  </a:lnTo>
                  <a:lnTo>
                    <a:pt x="11566" y="137940"/>
                  </a:lnTo>
                  <a:lnTo>
                    <a:pt x="1731" y="149929"/>
                  </a:lnTo>
                  <a:lnTo>
                    <a:pt x="1841" y="168998"/>
                  </a:lnTo>
                  <a:lnTo>
                    <a:pt x="30551" y="194463"/>
                  </a:lnTo>
                  <a:lnTo>
                    <a:pt x="71388" y="206947"/>
                  </a:lnTo>
                  <a:lnTo>
                    <a:pt x="82742" y="208014"/>
                  </a:lnTo>
                  <a:lnTo>
                    <a:pt x="94000" y="206763"/>
                  </a:lnTo>
                  <a:lnTo>
                    <a:pt x="104977" y="202726"/>
                  </a:lnTo>
                  <a:lnTo>
                    <a:pt x="115380" y="197240"/>
                  </a:lnTo>
                  <a:lnTo>
                    <a:pt x="125822" y="191931"/>
                  </a:lnTo>
                  <a:lnTo>
                    <a:pt x="136920" y="188423"/>
                  </a:lnTo>
                  <a:lnTo>
                    <a:pt x="152527" y="188320"/>
                  </a:lnTo>
                  <a:lnTo>
                    <a:pt x="168288" y="191026"/>
                  </a:lnTo>
                  <a:lnTo>
                    <a:pt x="183846" y="193052"/>
                  </a:lnTo>
                  <a:lnTo>
                    <a:pt x="247120" y="143816"/>
                  </a:lnTo>
                  <a:lnTo>
                    <a:pt x="262957" y="112662"/>
                  </a:lnTo>
                  <a:lnTo>
                    <a:pt x="257788" y="98225"/>
                  </a:lnTo>
                  <a:lnTo>
                    <a:pt x="242402" y="85438"/>
                  </a:lnTo>
                  <a:lnTo>
                    <a:pt x="231992" y="80583"/>
                  </a:lnTo>
                  <a:lnTo>
                    <a:pt x="221192" y="76478"/>
                  </a:lnTo>
                  <a:lnTo>
                    <a:pt x="210465" y="72183"/>
                  </a:lnTo>
                  <a:lnTo>
                    <a:pt x="200274" y="66762"/>
                  </a:lnTo>
                  <a:lnTo>
                    <a:pt x="212539" y="33339"/>
                  </a:lnTo>
                  <a:lnTo>
                    <a:pt x="197574" y="9937"/>
                  </a:lnTo>
                  <a:lnTo>
                    <a:pt x="164799" y="0"/>
                  </a:lnTo>
                  <a:close/>
                </a:path>
              </a:pathLst>
            </a:custGeom>
            <a:solidFill>
              <a:srgbClr val="000000"/>
            </a:solidFill>
            <a:ln w="0">
              <a:noFill/>
            </a:ln>
          </p:spPr>
          <p:style>
            <a:lnRef idx="0"/>
            <a:fillRef idx="0"/>
            <a:effectRef idx="0"/>
            <a:fontRef idx="minor"/>
          </p:style>
          <p:txBody>
            <a:bodyPr lIns="0" tIns="0" rIns="0" bIns="0" anchor="t">
              <a:noAutofit/>
            </a:bodyPr>
            <a:p>
              <a:endParaRPr lang="en-IN" sz="1800" b="0" u="none" strike="noStrike">
                <a:solidFill>
                  <a:srgbClr val="FFFFFF"/>
                </a:solidFill>
                <a:effectLst/>
                <a:uFillTx/>
                <a:latin typeface="Arial"/>
              </a:endParaRPr>
            </a:p>
          </p:txBody>
        </p:sp>
        <p:pic>
          <p:nvPicPr>
            <p:cNvPr id="105" name="object 23"/>
            <p:cNvPicPr/>
            <p:nvPr/>
          </p:nvPicPr>
          <p:blipFill>
            <a:blip r:embed="rId12"/>
            <a:stretch/>
          </p:blipFill>
          <p:spPr>
            <a:xfrm>
              <a:off x="365760" y="4715640"/>
              <a:ext cx="107280" cy="111240"/>
            </a:xfrm>
            <a:prstGeom prst="rect">
              <a:avLst/>
            </a:prstGeom>
            <a:noFill/>
            <a:ln w="0">
              <a:noFill/>
            </a:ln>
          </p:spPr>
        </p:pic>
        <p:pic>
          <p:nvPicPr>
            <p:cNvPr id="106" name="object 24"/>
            <p:cNvPicPr/>
            <p:nvPr/>
          </p:nvPicPr>
          <p:blipFill>
            <a:blip r:embed="rId13"/>
            <a:stretch/>
          </p:blipFill>
          <p:spPr>
            <a:xfrm>
              <a:off x="1015200" y="4221360"/>
              <a:ext cx="107280" cy="110520"/>
            </a:xfrm>
            <a:prstGeom prst="rect">
              <a:avLst/>
            </a:prstGeom>
            <a:noFill/>
            <a:ln w="0">
              <a:noFill/>
            </a:ln>
          </p:spPr>
        </p:pic>
        <p:pic>
          <p:nvPicPr>
            <p:cNvPr id="107" name="object 25"/>
            <p:cNvPicPr/>
            <p:nvPr/>
          </p:nvPicPr>
          <p:blipFill>
            <a:blip r:embed="rId14"/>
            <a:stretch/>
          </p:blipFill>
          <p:spPr>
            <a:xfrm>
              <a:off x="802800" y="5014800"/>
              <a:ext cx="161280" cy="125280"/>
            </a:xfrm>
            <a:prstGeom prst="rect">
              <a:avLst/>
            </a:prstGeom>
            <a:noFill/>
            <a:ln w="0">
              <a:noFill/>
            </a:ln>
          </p:spPr>
        </p:pic>
        <p:pic>
          <p:nvPicPr>
            <p:cNvPr id="108" name="object 26"/>
            <p:cNvPicPr/>
            <p:nvPr/>
          </p:nvPicPr>
          <p:blipFill>
            <a:blip r:embed="rId15"/>
            <a:stretch/>
          </p:blipFill>
          <p:spPr>
            <a:xfrm>
              <a:off x="307800" y="5069160"/>
              <a:ext cx="142920" cy="187200"/>
            </a:xfrm>
            <a:prstGeom prst="rect">
              <a:avLst/>
            </a:prstGeom>
            <a:noFill/>
            <a:ln w="0">
              <a:noFill/>
            </a:ln>
          </p:spPr>
        </p:pic>
        <p:sp>
          <p:nvSpPr>
            <p:cNvPr id="109" name="object 27"/>
            <p:cNvSpPr/>
            <p:nvPr/>
          </p:nvSpPr>
          <p:spPr>
            <a:xfrm>
              <a:off x="369720" y="4675320"/>
              <a:ext cx="582480" cy="472680"/>
            </a:xfrm>
            <a:custGeom>
              <a:avLst/>
              <a:gdLst>
                <a:gd name="textAreaLeft" fmla="*/ 0 w 582480"/>
                <a:gd name="textAreaRight" fmla="*/ 582840 w 582480"/>
                <a:gd name="textAreaTop" fmla="*/ 0 h 472680"/>
                <a:gd name="textAreaBottom" fmla="*/ 473040 h 472680"/>
              </a:gdLst>
              <a:ahLst/>
              <a:cxnLst/>
              <a:rect l="textAreaLeft" t="textAreaTop" r="textAreaRight" b="textAreaBottom"/>
              <a:pathLst>
                <a:path w="582930" h="473075">
                  <a:moveTo>
                    <a:pt x="418632" y="0"/>
                  </a:moveTo>
                  <a:lnTo>
                    <a:pt x="260606" y="12495"/>
                  </a:lnTo>
                  <a:lnTo>
                    <a:pt x="239032" y="53272"/>
                  </a:lnTo>
                  <a:lnTo>
                    <a:pt x="217808" y="102626"/>
                  </a:lnTo>
                  <a:lnTo>
                    <a:pt x="204701" y="154766"/>
                  </a:lnTo>
                  <a:lnTo>
                    <a:pt x="198394" y="191990"/>
                  </a:lnTo>
                  <a:lnTo>
                    <a:pt x="186644" y="226957"/>
                  </a:lnTo>
                  <a:lnTo>
                    <a:pt x="165462" y="267686"/>
                  </a:lnTo>
                  <a:lnTo>
                    <a:pt x="132926" y="300142"/>
                  </a:lnTo>
                  <a:lnTo>
                    <a:pt x="0" y="397054"/>
                  </a:lnTo>
                  <a:lnTo>
                    <a:pt x="33329" y="472899"/>
                  </a:lnTo>
                  <a:lnTo>
                    <a:pt x="211875" y="385620"/>
                  </a:lnTo>
                  <a:lnTo>
                    <a:pt x="245344" y="365133"/>
                  </a:lnTo>
                  <a:lnTo>
                    <a:pt x="274178" y="338975"/>
                  </a:lnTo>
                  <a:lnTo>
                    <a:pt x="297673" y="307906"/>
                  </a:lnTo>
                  <a:lnTo>
                    <a:pt x="315122" y="272686"/>
                  </a:lnTo>
                  <a:lnTo>
                    <a:pt x="365713" y="140545"/>
                  </a:lnTo>
                  <a:lnTo>
                    <a:pt x="451902" y="187073"/>
                  </a:lnTo>
                  <a:lnTo>
                    <a:pt x="433838" y="376981"/>
                  </a:lnTo>
                  <a:lnTo>
                    <a:pt x="503358" y="383625"/>
                  </a:lnTo>
                  <a:lnTo>
                    <a:pt x="525416" y="338164"/>
                  </a:lnTo>
                  <a:lnTo>
                    <a:pt x="544545" y="292294"/>
                  </a:lnTo>
                  <a:lnTo>
                    <a:pt x="560572" y="245990"/>
                  </a:lnTo>
                  <a:lnTo>
                    <a:pt x="573327" y="199226"/>
                  </a:lnTo>
                  <a:lnTo>
                    <a:pt x="582636" y="151979"/>
                  </a:lnTo>
                  <a:lnTo>
                    <a:pt x="582821" y="129298"/>
                  </a:lnTo>
                  <a:lnTo>
                    <a:pt x="576502" y="108037"/>
                  </a:lnTo>
                  <a:lnTo>
                    <a:pt x="564270" y="89562"/>
                  </a:lnTo>
                  <a:lnTo>
                    <a:pt x="546715" y="75240"/>
                  </a:lnTo>
                  <a:lnTo>
                    <a:pt x="418632" y="0"/>
                  </a:lnTo>
                  <a:close/>
                </a:path>
              </a:pathLst>
            </a:custGeom>
            <a:solidFill>
              <a:srgbClr val="9ABA50"/>
            </a:solidFill>
            <a:ln w="0">
              <a:noFill/>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110" name="object 28"/>
            <p:cNvSpPr/>
            <p:nvPr/>
          </p:nvSpPr>
          <p:spPr>
            <a:xfrm>
              <a:off x="416880" y="4284000"/>
              <a:ext cx="651960" cy="478440"/>
            </a:xfrm>
            <a:custGeom>
              <a:avLst/>
              <a:gdLst>
                <a:gd name="textAreaLeft" fmla="*/ 0 w 651960"/>
                <a:gd name="textAreaRight" fmla="*/ 652320 w 651960"/>
                <a:gd name="textAreaTop" fmla="*/ 0 h 478440"/>
                <a:gd name="textAreaBottom" fmla="*/ 478800 h 478440"/>
              </a:gdLst>
              <a:ahLst/>
              <a:cxnLst/>
              <a:rect l="textAreaLeft" t="textAreaTop" r="textAreaRight" b="textAreaBottom"/>
              <a:pathLst>
                <a:path w="652144" h="478789">
                  <a:moveTo>
                    <a:pt x="599722" y="0"/>
                  </a:moveTo>
                  <a:lnTo>
                    <a:pt x="509667" y="94453"/>
                  </a:lnTo>
                  <a:lnTo>
                    <a:pt x="467438" y="118302"/>
                  </a:lnTo>
                  <a:lnTo>
                    <a:pt x="397059" y="133753"/>
                  </a:lnTo>
                  <a:lnTo>
                    <a:pt x="381688" y="134710"/>
                  </a:lnTo>
                  <a:lnTo>
                    <a:pt x="366915" y="135970"/>
                  </a:lnTo>
                  <a:lnTo>
                    <a:pt x="319142" y="142352"/>
                  </a:lnTo>
                  <a:lnTo>
                    <a:pt x="271767" y="152697"/>
                  </a:lnTo>
                  <a:lnTo>
                    <a:pt x="226968" y="169496"/>
                  </a:lnTo>
                  <a:lnTo>
                    <a:pt x="191094" y="195154"/>
                  </a:lnTo>
                  <a:lnTo>
                    <a:pt x="118124" y="263005"/>
                  </a:lnTo>
                  <a:lnTo>
                    <a:pt x="88115" y="298879"/>
                  </a:lnTo>
                  <a:lnTo>
                    <a:pt x="0" y="436528"/>
                  </a:lnTo>
                  <a:lnTo>
                    <a:pt x="59562" y="478381"/>
                  </a:lnTo>
                  <a:lnTo>
                    <a:pt x="122506" y="383256"/>
                  </a:lnTo>
                  <a:lnTo>
                    <a:pt x="131501" y="370741"/>
                  </a:lnTo>
                  <a:lnTo>
                    <a:pt x="141430" y="359021"/>
                  </a:lnTo>
                  <a:lnTo>
                    <a:pt x="152254" y="348131"/>
                  </a:lnTo>
                  <a:lnTo>
                    <a:pt x="163937" y="338111"/>
                  </a:lnTo>
                  <a:lnTo>
                    <a:pt x="216721" y="296393"/>
                  </a:lnTo>
                  <a:lnTo>
                    <a:pt x="197603" y="417718"/>
                  </a:lnTo>
                  <a:lnTo>
                    <a:pt x="247120" y="428954"/>
                  </a:lnTo>
                  <a:lnTo>
                    <a:pt x="296159" y="430818"/>
                  </a:lnTo>
                  <a:lnTo>
                    <a:pt x="344689" y="423009"/>
                  </a:lnTo>
                  <a:lnTo>
                    <a:pt x="392677" y="405223"/>
                  </a:lnTo>
                  <a:lnTo>
                    <a:pt x="388094" y="354234"/>
                  </a:lnTo>
                  <a:lnTo>
                    <a:pt x="388228" y="347486"/>
                  </a:lnTo>
                  <a:lnTo>
                    <a:pt x="389855" y="341008"/>
                  </a:lnTo>
                  <a:lnTo>
                    <a:pt x="392876" y="335047"/>
                  </a:lnTo>
                  <a:lnTo>
                    <a:pt x="397193" y="329848"/>
                  </a:lnTo>
                  <a:lnTo>
                    <a:pt x="411802" y="315942"/>
                  </a:lnTo>
                  <a:lnTo>
                    <a:pt x="419457" y="306942"/>
                  </a:lnTo>
                  <a:lnTo>
                    <a:pt x="425103" y="296695"/>
                  </a:lnTo>
                  <a:lnTo>
                    <a:pt x="428596" y="285542"/>
                  </a:lnTo>
                  <a:lnTo>
                    <a:pt x="429793" y="273821"/>
                  </a:lnTo>
                  <a:lnTo>
                    <a:pt x="429793" y="240433"/>
                  </a:lnTo>
                  <a:lnTo>
                    <a:pt x="529584" y="193206"/>
                  </a:lnTo>
                  <a:lnTo>
                    <a:pt x="560501" y="169589"/>
                  </a:lnTo>
                  <a:lnTo>
                    <a:pt x="652064" y="28685"/>
                  </a:lnTo>
                  <a:lnTo>
                    <a:pt x="599722" y="0"/>
                  </a:lnTo>
                  <a:close/>
                </a:path>
              </a:pathLst>
            </a:custGeom>
            <a:solidFill>
              <a:srgbClr val="A3C2DB"/>
            </a:solidFill>
            <a:ln w="0">
              <a:noFill/>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11" name="object 29"/>
            <p:cNvPicPr/>
            <p:nvPr/>
          </p:nvPicPr>
          <p:blipFill>
            <a:blip r:embed="rId16"/>
            <a:stretch/>
          </p:blipFill>
          <p:spPr>
            <a:xfrm>
              <a:off x="673200" y="4265640"/>
              <a:ext cx="131760" cy="189720"/>
            </a:xfrm>
            <a:prstGeom prst="rect">
              <a:avLst/>
            </a:prstGeom>
            <a:noFill/>
            <a:ln w="0">
              <a:noFill/>
            </a:ln>
          </p:spPr>
        </p:pic>
        <p:sp>
          <p:nvSpPr>
            <p:cNvPr id="112" name="object 30"/>
            <p:cNvSpPr/>
            <p:nvPr/>
          </p:nvSpPr>
          <p:spPr>
            <a:xfrm>
              <a:off x="614160" y="4417560"/>
              <a:ext cx="232200" cy="297000"/>
            </a:xfrm>
            <a:custGeom>
              <a:avLst/>
              <a:gdLst>
                <a:gd name="textAreaLeft" fmla="*/ 0 w 232200"/>
                <a:gd name="textAreaRight" fmla="*/ 232560 w 232200"/>
                <a:gd name="textAreaTop" fmla="*/ 0 h 297000"/>
                <a:gd name="textAreaBottom" fmla="*/ 297360 h 297000"/>
              </a:gdLst>
              <a:ahLst/>
              <a:cxnLst/>
              <a:rect l="textAreaLeft" t="textAreaTop" r="textAreaRight" b="textAreaBottom"/>
              <a:pathLst>
                <a:path w="232409" h="297179">
                  <a:moveTo>
                    <a:pt x="199455" y="0"/>
                  </a:moveTo>
                  <a:lnTo>
                    <a:pt x="184084" y="957"/>
                  </a:lnTo>
                  <a:lnTo>
                    <a:pt x="169312" y="2216"/>
                  </a:lnTo>
                  <a:lnTo>
                    <a:pt x="175268" y="27188"/>
                  </a:lnTo>
                  <a:lnTo>
                    <a:pt x="176080" y="48721"/>
                  </a:lnTo>
                  <a:lnTo>
                    <a:pt x="170441" y="65946"/>
                  </a:lnTo>
                  <a:lnTo>
                    <a:pt x="157045" y="77994"/>
                  </a:lnTo>
                  <a:lnTo>
                    <a:pt x="149871" y="81689"/>
                  </a:lnTo>
                  <a:lnTo>
                    <a:pt x="141591" y="82562"/>
                  </a:lnTo>
                  <a:lnTo>
                    <a:pt x="133558" y="81823"/>
                  </a:lnTo>
                  <a:lnTo>
                    <a:pt x="110546" y="75501"/>
                  </a:lnTo>
                  <a:lnTo>
                    <a:pt x="94866" y="62031"/>
                  </a:lnTo>
                  <a:lnTo>
                    <a:pt x="85676" y="42250"/>
                  </a:lnTo>
                  <a:lnTo>
                    <a:pt x="82129" y="16996"/>
                  </a:lnTo>
                  <a:lnTo>
                    <a:pt x="74164" y="18944"/>
                  </a:lnTo>
                  <a:lnTo>
                    <a:pt x="66856" y="20959"/>
                  </a:lnTo>
                  <a:lnTo>
                    <a:pt x="54247" y="24721"/>
                  </a:lnTo>
                  <a:lnTo>
                    <a:pt x="48335" y="26871"/>
                  </a:lnTo>
                  <a:lnTo>
                    <a:pt x="42624" y="29357"/>
                  </a:lnTo>
                  <a:lnTo>
                    <a:pt x="47461" y="58991"/>
                  </a:lnTo>
                  <a:lnTo>
                    <a:pt x="49049" y="101020"/>
                  </a:lnTo>
                  <a:lnTo>
                    <a:pt x="40851" y="144989"/>
                  </a:lnTo>
                  <a:lnTo>
                    <a:pt x="16333" y="180442"/>
                  </a:lnTo>
                  <a:lnTo>
                    <a:pt x="0" y="283965"/>
                  </a:lnTo>
                  <a:lnTo>
                    <a:pt x="49516" y="295201"/>
                  </a:lnTo>
                  <a:lnTo>
                    <a:pt x="98556" y="297065"/>
                  </a:lnTo>
                  <a:lnTo>
                    <a:pt x="147085" y="289255"/>
                  </a:lnTo>
                  <a:lnTo>
                    <a:pt x="195073" y="271470"/>
                  </a:lnTo>
                  <a:lnTo>
                    <a:pt x="190490" y="220481"/>
                  </a:lnTo>
                  <a:lnTo>
                    <a:pt x="190625" y="213733"/>
                  </a:lnTo>
                  <a:lnTo>
                    <a:pt x="192251" y="207255"/>
                  </a:lnTo>
                  <a:lnTo>
                    <a:pt x="195272" y="201294"/>
                  </a:lnTo>
                  <a:lnTo>
                    <a:pt x="199589" y="196095"/>
                  </a:lnTo>
                  <a:lnTo>
                    <a:pt x="214198" y="182189"/>
                  </a:lnTo>
                  <a:lnTo>
                    <a:pt x="221853" y="173189"/>
                  </a:lnTo>
                  <a:lnTo>
                    <a:pt x="227499" y="162942"/>
                  </a:lnTo>
                  <a:lnTo>
                    <a:pt x="230992" y="151788"/>
                  </a:lnTo>
                  <a:lnTo>
                    <a:pt x="232189" y="140068"/>
                  </a:lnTo>
                  <a:lnTo>
                    <a:pt x="232189" y="106680"/>
                  </a:lnTo>
                  <a:lnTo>
                    <a:pt x="231528" y="92203"/>
                  </a:lnTo>
                  <a:lnTo>
                    <a:pt x="227700" y="59184"/>
                  </a:lnTo>
                  <a:lnTo>
                    <a:pt x="217932" y="23243"/>
                  </a:lnTo>
                  <a:lnTo>
                    <a:pt x="199455" y="0"/>
                  </a:lnTo>
                  <a:close/>
                </a:path>
              </a:pathLst>
            </a:custGeom>
            <a:solidFill>
              <a:srgbClr val="000000"/>
            </a:solidFill>
            <a:ln w="0">
              <a:noFill/>
            </a:ln>
          </p:spPr>
          <p:style>
            <a:lnRef idx="0"/>
            <a:fillRef idx="0"/>
            <a:effectRef idx="0"/>
            <a:fontRef idx="minor"/>
          </p:style>
          <p:txBody>
            <a:bodyPr lIns="0" tIns="0" rIns="0" bIns="0" anchor="t">
              <a:noAutofit/>
            </a:bodyPr>
            <a:p>
              <a:endParaRPr lang="en-IN" sz="1800" b="0" u="none" strike="noStrike">
                <a:solidFill>
                  <a:srgbClr val="FFFFFF"/>
                </a:solidFill>
                <a:effectLst/>
                <a:uFillTx/>
                <a:latin typeface="Arial"/>
              </a:endParaRPr>
            </a:p>
          </p:txBody>
        </p:sp>
        <p:sp>
          <p:nvSpPr>
            <p:cNvPr id="113" name="object 31"/>
            <p:cNvSpPr/>
            <p:nvPr/>
          </p:nvSpPr>
          <p:spPr>
            <a:xfrm>
              <a:off x="1190880" y="3870360"/>
              <a:ext cx="368640" cy="389520"/>
            </a:xfrm>
            <a:custGeom>
              <a:avLst/>
              <a:gdLst>
                <a:gd name="textAreaLeft" fmla="*/ 0 w 368640"/>
                <a:gd name="textAreaRight" fmla="*/ 369000 w 368640"/>
                <a:gd name="textAreaTop" fmla="*/ 0 h 389520"/>
                <a:gd name="textAreaBottom" fmla="*/ 389880 h 389520"/>
              </a:gdLst>
              <a:ahLst/>
              <a:cxnLst/>
              <a:rect l="textAreaLeft" t="textAreaTop" r="textAreaRight" b="textAreaBottom"/>
              <a:pathLst>
                <a:path w="368934" h="389889">
                  <a:moveTo>
                    <a:pt x="196080" y="0"/>
                  </a:moveTo>
                  <a:lnTo>
                    <a:pt x="117097" y="9337"/>
                  </a:lnTo>
                  <a:lnTo>
                    <a:pt x="78794" y="44509"/>
                  </a:lnTo>
                  <a:lnTo>
                    <a:pt x="46588" y="80033"/>
                  </a:lnTo>
                  <a:lnTo>
                    <a:pt x="12904" y="128255"/>
                  </a:lnTo>
                  <a:lnTo>
                    <a:pt x="0" y="152832"/>
                  </a:lnTo>
                  <a:lnTo>
                    <a:pt x="73144" y="230020"/>
                  </a:lnTo>
                  <a:lnTo>
                    <a:pt x="88242" y="204291"/>
                  </a:lnTo>
                  <a:lnTo>
                    <a:pt x="108374" y="375597"/>
                  </a:lnTo>
                  <a:lnTo>
                    <a:pt x="110521" y="376672"/>
                  </a:lnTo>
                  <a:lnTo>
                    <a:pt x="154240" y="389259"/>
                  </a:lnTo>
                  <a:lnTo>
                    <a:pt x="204652" y="389596"/>
                  </a:lnTo>
                  <a:lnTo>
                    <a:pt x="260224" y="380498"/>
                  </a:lnTo>
                  <a:lnTo>
                    <a:pt x="319419" y="364781"/>
                  </a:lnTo>
                  <a:lnTo>
                    <a:pt x="329753" y="361691"/>
                  </a:lnTo>
                  <a:lnTo>
                    <a:pt x="303380" y="160826"/>
                  </a:lnTo>
                  <a:lnTo>
                    <a:pt x="325184" y="146997"/>
                  </a:lnTo>
                  <a:lnTo>
                    <a:pt x="343031" y="129898"/>
                  </a:lnTo>
                  <a:lnTo>
                    <a:pt x="357292" y="109840"/>
                  </a:lnTo>
                  <a:lnTo>
                    <a:pt x="368338" y="87131"/>
                  </a:lnTo>
                  <a:lnTo>
                    <a:pt x="326768" y="55246"/>
                  </a:lnTo>
                  <a:lnTo>
                    <a:pt x="284549" y="27795"/>
                  </a:lnTo>
                  <a:lnTo>
                    <a:pt x="241161" y="8229"/>
                  </a:lnTo>
                  <a:lnTo>
                    <a:pt x="196080" y="0"/>
                  </a:lnTo>
                  <a:close/>
                </a:path>
              </a:pathLst>
            </a:custGeom>
            <a:solidFill>
              <a:srgbClr val="A3C2DB"/>
            </a:solidFill>
            <a:ln w="0">
              <a:noFill/>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114" name="object 32"/>
            <p:cNvSpPr/>
            <p:nvPr/>
          </p:nvSpPr>
          <p:spPr>
            <a:xfrm>
              <a:off x="1066680" y="4249080"/>
              <a:ext cx="56880" cy="64440"/>
            </a:xfrm>
            <a:custGeom>
              <a:avLst/>
              <a:gdLst>
                <a:gd name="textAreaLeft" fmla="*/ 0 w 56880"/>
                <a:gd name="textAreaRight" fmla="*/ 57240 w 56880"/>
                <a:gd name="textAreaTop" fmla="*/ 0 h 64440"/>
                <a:gd name="textAreaBottom" fmla="*/ 64800 h 64440"/>
              </a:gdLst>
              <a:ahLst/>
              <a:cxnLst/>
              <a:rect l="textAreaLeft" t="textAreaTop" r="textAreaRight" b="textAreaBottom"/>
              <a:pathLst>
                <a:path w="57150" h="64770">
                  <a:moveTo>
                    <a:pt x="36022" y="0"/>
                  </a:moveTo>
                  <a:lnTo>
                    <a:pt x="991" y="30269"/>
                  </a:lnTo>
                  <a:lnTo>
                    <a:pt x="0" y="41382"/>
                  </a:lnTo>
                  <a:lnTo>
                    <a:pt x="2405" y="51323"/>
                  </a:lnTo>
                  <a:lnTo>
                    <a:pt x="8069" y="59092"/>
                  </a:lnTo>
                  <a:lnTo>
                    <a:pt x="10216" y="60838"/>
                  </a:lnTo>
                  <a:lnTo>
                    <a:pt x="11424" y="61510"/>
                  </a:lnTo>
                  <a:lnTo>
                    <a:pt x="21615" y="64357"/>
                  </a:lnTo>
                  <a:lnTo>
                    <a:pt x="32503" y="62266"/>
                  </a:lnTo>
                  <a:lnTo>
                    <a:pt x="42801" y="55766"/>
                  </a:lnTo>
                  <a:lnTo>
                    <a:pt x="51217" y="45387"/>
                  </a:lnTo>
                  <a:lnTo>
                    <a:pt x="55461" y="35125"/>
                  </a:lnTo>
                  <a:lnTo>
                    <a:pt x="56779" y="24906"/>
                  </a:lnTo>
                  <a:lnTo>
                    <a:pt x="55266" y="15506"/>
                  </a:lnTo>
                  <a:lnTo>
                    <a:pt x="36022" y="0"/>
                  </a:lnTo>
                  <a:close/>
                </a:path>
              </a:pathLst>
            </a:custGeom>
            <a:solidFill>
              <a:srgbClr val="EA9322"/>
            </a:solidFill>
            <a:ln w="0">
              <a:noFill/>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pic>
          <p:nvPicPr>
            <p:cNvPr id="115" name="object 33"/>
            <p:cNvPicPr/>
            <p:nvPr/>
          </p:nvPicPr>
          <p:blipFill>
            <a:blip r:embed="rId17"/>
            <a:stretch/>
          </p:blipFill>
          <p:spPr>
            <a:xfrm>
              <a:off x="2372040" y="3225960"/>
              <a:ext cx="145440" cy="192960"/>
            </a:xfrm>
            <a:prstGeom prst="rect">
              <a:avLst/>
            </a:prstGeom>
            <a:noFill/>
            <a:ln w="0">
              <a:noFill/>
            </a:ln>
          </p:spPr>
        </p:pic>
        <p:sp>
          <p:nvSpPr>
            <p:cNvPr id="116" name="object 34"/>
            <p:cNvSpPr/>
            <p:nvPr/>
          </p:nvSpPr>
          <p:spPr>
            <a:xfrm>
              <a:off x="2356920" y="3372480"/>
              <a:ext cx="334800" cy="421920"/>
            </a:xfrm>
            <a:custGeom>
              <a:avLst/>
              <a:gdLst>
                <a:gd name="textAreaLeft" fmla="*/ 0 w 334800"/>
                <a:gd name="textAreaRight" fmla="*/ 335160 w 334800"/>
                <a:gd name="textAreaTop" fmla="*/ 0 h 421920"/>
                <a:gd name="textAreaBottom" fmla="*/ 422280 h 421920"/>
              </a:gdLst>
              <a:ahLst/>
              <a:cxnLst/>
              <a:rect l="textAreaLeft" t="textAreaTop" r="textAreaRight" b="textAreaBottom"/>
              <a:pathLst>
                <a:path w="335280" h="422275">
                  <a:moveTo>
                    <a:pt x="148444" y="0"/>
                  </a:moveTo>
                  <a:lnTo>
                    <a:pt x="50404" y="13502"/>
                  </a:lnTo>
                  <a:lnTo>
                    <a:pt x="43962" y="20892"/>
                  </a:lnTo>
                  <a:lnTo>
                    <a:pt x="43962" y="35000"/>
                  </a:lnTo>
                  <a:lnTo>
                    <a:pt x="37406" y="39364"/>
                  </a:lnTo>
                  <a:lnTo>
                    <a:pt x="6249" y="106344"/>
                  </a:lnTo>
                  <a:lnTo>
                    <a:pt x="0" y="141588"/>
                  </a:lnTo>
                  <a:lnTo>
                    <a:pt x="1464" y="159427"/>
                  </a:lnTo>
                  <a:lnTo>
                    <a:pt x="5980" y="176882"/>
                  </a:lnTo>
                  <a:lnTo>
                    <a:pt x="19871" y="216114"/>
                  </a:lnTo>
                  <a:lnTo>
                    <a:pt x="19871" y="293706"/>
                  </a:lnTo>
                  <a:lnTo>
                    <a:pt x="59666" y="304561"/>
                  </a:lnTo>
                  <a:lnTo>
                    <a:pt x="104255" y="306680"/>
                  </a:lnTo>
                  <a:lnTo>
                    <a:pt x="153324" y="300650"/>
                  </a:lnTo>
                  <a:lnTo>
                    <a:pt x="206557" y="287055"/>
                  </a:lnTo>
                  <a:lnTo>
                    <a:pt x="209912" y="241038"/>
                  </a:lnTo>
                  <a:lnTo>
                    <a:pt x="248296" y="395348"/>
                  </a:lnTo>
                  <a:lnTo>
                    <a:pt x="285262" y="422085"/>
                  </a:lnTo>
                  <a:lnTo>
                    <a:pt x="295979" y="421886"/>
                  </a:lnTo>
                  <a:lnTo>
                    <a:pt x="330303" y="401854"/>
                  </a:lnTo>
                  <a:lnTo>
                    <a:pt x="334928" y="393198"/>
                  </a:lnTo>
                  <a:lnTo>
                    <a:pt x="332623" y="347951"/>
                  </a:lnTo>
                  <a:lnTo>
                    <a:pt x="326279" y="302112"/>
                  </a:lnTo>
                  <a:lnTo>
                    <a:pt x="316067" y="255705"/>
                  </a:lnTo>
                  <a:lnTo>
                    <a:pt x="302154" y="208755"/>
                  </a:lnTo>
                  <a:lnTo>
                    <a:pt x="284711" y="161287"/>
                  </a:lnTo>
                  <a:lnTo>
                    <a:pt x="263906" y="113325"/>
                  </a:lnTo>
                  <a:lnTo>
                    <a:pt x="239908" y="64894"/>
                  </a:lnTo>
                  <a:lnTo>
                    <a:pt x="213913" y="35957"/>
                  </a:lnTo>
                  <a:lnTo>
                    <a:pt x="177299" y="22639"/>
                  </a:lnTo>
                  <a:lnTo>
                    <a:pt x="155490" y="20220"/>
                  </a:lnTo>
                  <a:lnTo>
                    <a:pt x="155490" y="6180"/>
                  </a:lnTo>
                  <a:lnTo>
                    <a:pt x="148444" y="0"/>
                  </a:lnTo>
                  <a:close/>
                </a:path>
              </a:pathLst>
            </a:custGeom>
            <a:solidFill>
              <a:srgbClr val="A3C2DB"/>
            </a:solidFill>
            <a:ln w="0">
              <a:noFill/>
            </a:ln>
          </p:spPr>
          <p:style>
            <a:lnRef idx="0"/>
            <a:fillRef idx="0"/>
            <a:effectRef idx="0"/>
            <a:fontRef idx="minor"/>
          </p:style>
          <p:txBody>
            <a:bodyPr lIns="0" tIns="0" rIns="0" bIns="0" anchor="t">
              <a:noAutofit/>
            </a:bodyPr>
            <a:p>
              <a:endParaRPr lang="en-IN" sz="1800" b="0" u="none" strike="noStrike">
                <a:solidFill>
                  <a:srgbClr val="000000"/>
                </a:solidFill>
                <a:effectLst/>
                <a:uFillTx/>
                <a:latin typeface="Arial"/>
              </a:endParaRPr>
            </a:p>
          </p:txBody>
        </p:sp>
        <p:sp>
          <p:nvSpPr>
            <p:cNvPr id="117" name="object 35"/>
            <p:cNvSpPr/>
            <p:nvPr/>
          </p:nvSpPr>
          <p:spPr>
            <a:xfrm>
              <a:off x="562320" y="4420440"/>
              <a:ext cx="2090520" cy="1025280"/>
            </a:xfrm>
            <a:custGeom>
              <a:avLst/>
              <a:gdLst>
                <a:gd name="textAreaLeft" fmla="*/ 0 w 2090520"/>
                <a:gd name="textAreaRight" fmla="*/ 2090880 w 2090520"/>
                <a:gd name="textAreaTop" fmla="*/ 0 h 1025280"/>
                <a:gd name="textAreaBottom" fmla="*/ 1025640 h 1025280"/>
              </a:gdLst>
              <a:ahLst/>
              <a:cxnLst/>
              <a:rect l="textAreaLeft" t="textAreaTop" r="textAreaRight" b="textAreaBottom"/>
              <a:pathLst>
                <a:path w="2091055" h="1025525">
                  <a:moveTo>
                    <a:pt x="2036329" y="0"/>
                  </a:moveTo>
                  <a:lnTo>
                    <a:pt x="1464529" y="0"/>
                  </a:lnTo>
                  <a:lnTo>
                    <a:pt x="1426044" y="15955"/>
                  </a:lnTo>
                  <a:lnTo>
                    <a:pt x="1410107" y="54482"/>
                  </a:lnTo>
                  <a:lnTo>
                    <a:pt x="1410107" y="209665"/>
                  </a:lnTo>
                  <a:lnTo>
                    <a:pt x="1045057" y="209665"/>
                  </a:lnTo>
                  <a:lnTo>
                    <a:pt x="1023860" y="213946"/>
                  </a:lnTo>
                  <a:lnTo>
                    <a:pt x="1006538" y="225620"/>
                  </a:lnTo>
                  <a:lnTo>
                    <a:pt x="994854" y="242938"/>
                  </a:lnTo>
                  <a:lnTo>
                    <a:pt x="990567" y="264147"/>
                  </a:lnTo>
                  <a:lnTo>
                    <a:pt x="990567" y="431006"/>
                  </a:lnTo>
                  <a:lnTo>
                    <a:pt x="507278" y="431006"/>
                  </a:lnTo>
                  <a:lnTo>
                    <a:pt x="486082" y="435291"/>
                  </a:lnTo>
                  <a:lnTo>
                    <a:pt x="468760" y="446977"/>
                  </a:lnTo>
                  <a:lnTo>
                    <a:pt x="457076" y="464310"/>
                  </a:lnTo>
                  <a:lnTo>
                    <a:pt x="452789" y="485535"/>
                  </a:lnTo>
                  <a:lnTo>
                    <a:pt x="452789" y="719943"/>
                  </a:lnTo>
                  <a:lnTo>
                    <a:pt x="54468" y="719943"/>
                  </a:lnTo>
                  <a:lnTo>
                    <a:pt x="33266" y="724228"/>
                  </a:lnTo>
                  <a:lnTo>
                    <a:pt x="15953" y="735914"/>
                  </a:lnTo>
                  <a:lnTo>
                    <a:pt x="4280" y="753247"/>
                  </a:lnTo>
                  <a:lnTo>
                    <a:pt x="0" y="774472"/>
                  </a:lnTo>
                  <a:lnTo>
                    <a:pt x="0" y="1025134"/>
                  </a:lnTo>
                  <a:lnTo>
                    <a:pt x="2090751" y="1025134"/>
                  </a:lnTo>
                  <a:lnTo>
                    <a:pt x="2090751" y="54482"/>
                  </a:lnTo>
                  <a:lnTo>
                    <a:pt x="2086475" y="33272"/>
                  </a:lnTo>
                  <a:lnTo>
                    <a:pt x="2074814" y="15955"/>
                  </a:lnTo>
                  <a:lnTo>
                    <a:pt x="2057515" y="4280"/>
                  </a:lnTo>
                  <a:lnTo>
                    <a:pt x="2036329" y="0"/>
                  </a:lnTo>
                  <a:close/>
                </a:path>
              </a:pathLst>
            </a:custGeom>
            <a:solidFill>
              <a:srgbClr val="0075B1"/>
            </a:solidFill>
            <a:ln w="0">
              <a:noFill/>
            </a:ln>
          </p:spPr>
          <p:style>
            <a:lnRef idx="0"/>
            <a:fillRef idx="0"/>
            <a:effectRef idx="0"/>
            <a:fontRef idx="minor"/>
          </p:style>
          <p:txBody>
            <a:bodyPr lIns="0" tIns="0" rIns="0" bIns="0" anchor="t">
              <a:noAutofit/>
            </a:bodyPr>
            <a:p>
              <a:endParaRPr lang="en-IN" sz="1800" b="0" u="none" strike="noStrike">
                <a:solidFill>
                  <a:srgbClr val="FFFFFF"/>
                </a:solidFill>
                <a:effectLst/>
                <a:uFillTx/>
                <a:latin typeface="Arial"/>
              </a:endParaRPr>
            </a:p>
          </p:txBody>
        </p:sp>
        <p:pic>
          <p:nvPicPr>
            <p:cNvPr id="118" name="object 36"/>
            <p:cNvPicPr/>
            <p:nvPr/>
          </p:nvPicPr>
          <p:blipFill>
            <a:blip r:embed="rId18"/>
            <a:stretch/>
          </p:blipFill>
          <p:spPr>
            <a:xfrm>
              <a:off x="2275200" y="3662280"/>
              <a:ext cx="180720" cy="684720"/>
            </a:xfrm>
            <a:prstGeom prst="rect">
              <a:avLst/>
            </a:prstGeom>
            <a:noFill/>
            <a:ln w="0">
              <a:noFill/>
            </a:ln>
          </p:spPr>
        </p:pic>
        <p:pic>
          <p:nvPicPr>
            <p:cNvPr id="119" name="object 37"/>
            <p:cNvPicPr/>
            <p:nvPr/>
          </p:nvPicPr>
          <p:blipFill>
            <a:blip r:embed="rId19"/>
            <a:stretch/>
          </p:blipFill>
          <p:spPr>
            <a:xfrm>
              <a:off x="1047240" y="3934440"/>
              <a:ext cx="231120" cy="377640"/>
            </a:xfrm>
            <a:prstGeom prst="rect">
              <a:avLst/>
            </a:prstGeom>
            <a:noFill/>
            <a:ln w="0">
              <a:noFill/>
            </a:ln>
          </p:spPr>
        </p:pic>
        <p:pic>
          <p:nvPicPr>
            <p:cNvPr id="120" name="object 38"/>
            <p:cNvPicPr/>
            <p:nvPr/>
          </p:nvPicPr>
          <p:blipFill>
            <a:blip r:embed="rId20"/>
            <a:stretch/>
          </p:blipFill>
          <p:spPr>
            <a:xfrm>
              <a:off x="1018440" y="4221360"/>
              <a:ext cx="104040" cy="91080"/>
            </a:xfrm>
            <a:prstGeom prst="rect">
              <a:avLst/>
            </a:prstGeom>
            <a:noFill/>
            <a:ln w="0">
              <a:noFill/>
            </a:ln>
          </p:spPr>
        </p:pic>
        <p:pic>
          <p:nvPicPr>
            <p:cNvPr id="121" name="object 39"/>
            <p:cNvPicPr/>
            <p:nvPr/>
          </p:nvPicPr>
          <p:blipFill>
            <a:blip r:embed="rId21"/>
            <a:stretch/>
          </p:blipFill>
          <p:spPr>
            <a:xfrm>
              <a:off x="1186200" y="3732840"/>
              <a:ext cx="196200" cy="260280"/>
            </a:xfrm>
            <a:prstGeom prst="rect">
              <a:avLst/>
            </a:prstGeom>
            <a:noFill/>
            <a:ln w="0">
              <a:noFill/>
            </a:ln>
          </p:spPr>
        </p:pic>
        <p:pic>
          <p:nvPicPr>
            <p:cNvPr id="122" name="object 40"/>
            <p:cNvPicPr/>
            <p:nvPr/>
          </p:nvPicPr>
          <p:blipFill>
            <a:blip r:embed="rId22"/>
            <a:stretch/>
          </p:blipFill>
          <p:spPr>
            <a:xfrm>
              <a:off x="735120" y="4674960"/>
              <a:ext cx="190800" cy="382680"/>
            </a:xfrm>
            <a:prstGeom prst="rect">
              <a:avLst/>
            </a:prstGeom>
            <a:noFill/>
            <a:ln w="0">
              <a:noFill/>
            </a:ln>
          </p:spPr>
        </p:pic>
        <p:pic>
          <p:nvPicPr>
            <p:cNvPr id="123" name="object 41"/>
            <p:cNvPicPr/>
            <p:nvPr/>
          </p:nvPicPr>
          <p:blipFill>
            <a:blip r:embed="rId23"/>
            <a:stretch/>
          </p:blipFill>
          <p:spPr>
            <a:xfrm>
              <a:off x="1213560" y="4231440"/>
              <a:ext cx="160560" cy="554040"/>
            </a:xfrm>
            <a:prstGeom prst="rect">
              <a:avLst/>
            </a:prstGeom>
            <a:noFill/>
            <a:ln w="0">
              <a:noFill/>
            </a:ln>
          </p:spPr>
        </p:pic>
        <p:pic>
          <p:nvPicPr>
            <p:cNvPr id="124" name="object 42"/>
            <p:cNvPicPr/>
            <p:nvPr/>
          </p:nvPicPr>
          <p:blipFill>
            <a:blip r:embed="rId24"/>
            <a:stretch/>
          </p:blipFill>
          <p:spPr>
            <a:xfrm>
              <a:off x="1988640" y="3984840"/>
              <a:ext cx="226080" cy="367560"/>
            </a:xfrm>
            <a:prstGeom prst="rect">
              <a:avLst/>
            </a:prstGeom>
            <a:noFill/>
            <a:ln w="0">
              <a:noFill/>
            </a:ln>
          </p:spPr>
        </p:pic>
        <p:pic>
          <p:nvPicPr>
            <p:cNvPr id="125" name="object 43"/>
            <p:cNvPicPr/>
            <p:nvPr/>
          </p:nvPicPr>
          <p:blipFill>
            <a:blip r:embed="rId25"/>
            <a:stretch/>
          </p:blipFill>
          <p:spPr>
            <a:xfrm>
              <a:off x="2214720" y="3637080"/>
              <a:ext cx="75600" cy="75600"/>
            </a:xfrm>
            <a:prstGeom prst="rect">
              <a:avLst/>
            </a:prstGeom>
            <a:noFill/>
            <a:ln w="0">
              <a:noFill/>
            </a:ln>
          </p:spPr>
        </p:pic>
      </p:grpSp>
      <p:graphicFrame>
        <p:nvGraphicFramePr>
          <p:cNvPr id="126" name="object 44"/>
          <p:cNvGraphicFramePr/>
          <p:nvPr/>
        </p:nvGraphicFramePr>
        <p:xfrm>
          <a:off x="2967840" y="2911320"/>
          <a:ext cx="14672160" cy="6950520"/>
        </p:xfrm>
        <a:graphic>
          <a:graphicData uri="http://schemas.openxmlformats.org/drawingml/2006/table">
            <a:tbl>
              <a:tblPr/>
              <a:tblGrid>
                <a:gridCol w="6121800"/>
                <a:gridCol w="8550360"/>
              </a:tblGrid>
              <a:tr h="1611000">
                <a:tc>
                  <a:txBody>
                    <a:bodyPr lIns="0" tIns="381960" rIns="0" bIns="0" anchor="t">
                      <a:noAutofit/>
                    </a:bodyPr>
                    <a:p>
                      <a:pPr marL="8280" algn="ctr">
                        <a:lnSpc>
                          <a:spcPct val="100000"/>
                        </a:lnSpc>
                        <a:spcBef>
                          <a:spcPts val="3010"/>
                        </a:spcBef>
                      </a:pPr>
                      <a:r>
                        <a:rPr lang="en-IN" sz="3200" b="0" u="none" spc="156" strike="noStrike">
                          <a:solidFill>
                            <a:schemeClr val="dk1"/>
                          </a:solidFill>
                          <a:effectLst/>
                          <a:uFillTx/>
                          <a:latin typeface="Lucida Sans Unicode"/>
                        </a:rPr>
                        <a:t>Team</a:t>
                      </a:r>
                      <a:r>
                        <a:rPr lang="en-IN" sz="3200" b="0" u="none" spc="-125" strike="noStrike">
                          <a:solidFill>
                            <a:schemeClr val="dk1"/>
                          </a:solidFill>
                          <a:effectLst/>
                          <a:uFillTx/>
                          <a:latin typeface="Lucida Sans Unicode"/>
                        </a:rPr>
                        <a:t> </a:t>
                      </a:r>
                      <a:r>
                        <a:rPr lang="en-IN" sz="3200" b="0" u="none" spc="119" strike="noStrike">
                          <a:solidFill>
                            <a:schemeClr val="dk1"/>
                          </a:solidFill>
                          <a:effectLst/>
                          <a:uFillTx/>
                          <a:latin typeface="Lucida Sans Unicode"/>
                        </a:rPr>
                        <a:t>Member</a:t>
                      </a:r>
                      <a:endParaRPr lang="en-IN" sz="3200" b="0" u="none" strike="noStrike">
                        <a:solidFill>
                          <a:srgbClr val="000000"/>
                        </a:solidFill>
                        <a:effectLst/>
                        <a:uFillTx/>
                        <a:latin typeface="Arial"/>
                      </a:endParaRPr>
                    </a:p>
                  </a:txBody>
                  <a:tcPr anchor="t" marL="0" marR="0" marT="381960" marB="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0" tIns="427320" rIns="0" bIns="0" anchor="t">
                      <a:noAutofit/>
                    </a:bodyPr>
                    <a:p>
                      <a:pPr marL="9000" algn="ctr">
                        <a:lnSpc>
                          <a:spcPct val="100000"/>
                        </a:lnSpc>
                        <a:spcBef>
                          <a:spcPts val="3365"/>
                        </a:spcBef>
                      </a:pPr>
                      <a:r>
                        <a:rPr lang="en-IN" sz="3200" b="0" u="none" strike="noStrike">
                          <a:solidFill>
                            <a:schemeClr val="dk1"/>
                          </a:solidFill>
                          <a:effectLst/>
                          <a:uFillTx/>
                          <a:latin typeface="Lucida Sans Unicode"/>
                        </a:rPr>
                        <a:t>Roles</a:t>
                      </a:r>
                      <a:r>
                        <a:rPr lang="en-IN" sz="3200" b="0" u="none" spc="-60" strike="noStrike">
                          <a:solidFill>
                            <a:schemeClr val="dk1"/>
                          </a:solidFill>
                          <a:effectLst/>
                          <a:uFillTx/>
                          <a:latin typeface="Lucida Sans Unicode"/>
                        </a:rPr>
                        <a:t> </a:t>
                      </a:r>
                      <a:r>
                        <a:rPr lang="en-IN" sz="3200" b="0" u="none" spc="145" strike="noStrike">
                          <a:solidFill>
                            <a:schemeClr val="dk1"/>
                          </a:solidFill>
                          <a:effectLst/>
                          <a:uFillTx/>
                          <a:latin typeface="Lucida Sans Unicode"/>
                        </a:rPr>
                        <a:t>&amp;</a:t>
                      </a:r>
                      <a:r>
                        <a:rPr lang="en-IN" sz="3200" b="0" u="none" spc="40" strike="noStrike">
                          <a:solidFill>
                            <a:schemeClr val="dk1"/>
                          </a:solidFill>
                          <a:effectLst/>
                          <a:uFillTx/>
                          <a:latin typeface="Lucida Sans Unicode"/>
                        </a:rPr>
                        <a:t> </a:t>
                      </a:r>
                      <a:r>
                        <a:rPr lang="en-IN" sz="3200" b="0" u="none" spc="-11" strike="noStrike">
                          <a:solidFill>
                            <a:schemeClr val="dk1"/>
                          </a:solidFill>
                          <a:effectLst/>
                          <a:uFillTx/>
                          <a:latin typeface="Lucida Sans Unicode"/>
                        </a:rPr>
                        <a:t>Responsibilities</a:t>
                      </a:r>
                      <a:endParaRPr lang="en-IN" sz="3200" b="0" u="none" strike="noStrike">
                        <a:solidFill>
                          <a:srgbClr val="000000"/>
                        </a:solidFill>
                        <a:effectLst/>
                        <a:uFillTx/>
                        <a:latin typeface="Arial"/>
                      </a:endParaRPr>
                    </a:p>
                  </a:txBody>
                  <a:tcPr anchor="t" marL="0" marR="0" marT="427320" marB="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r>
              <a:tr h="1083960">
                <a:tc>
                  <a:txBody>
                    <a:bodyPr lIns="0" tIns="0" rIns="0" bIns="0" anchor="t">
                      <a:noAutofit/>
                    </a:bodyPr>
                    <a:p>
                      <a:r>
                        <a:rPr lang="en-IN" sz="3200" b="0" u="none" strike="noStrike">
                          <a:solidFill>
                            <a:schemeClr val="dk1"/>
                          </a:solidFill>
                          <a:effectLst/>
                          <a:uFillTx/>
                          <a:latin typeface="Times New Roman"/>
                        </a:rPr>
                        <a:t>Suhani Parveen </a:t>
                      </a:r>
                      <a:endParaRPr lang="en-IN" sz="3200" b="0" u="none" strike="noStrike">
                        <a:solidFill>
                          <a:schemeClr val="dk1"/>
                        </a:solidFill>
                        <a:effectLst/>
                        <a:uFillTx/>
                        <a:latin typeface="Arial"/>
                      </a:endParaRPr>
                    </a:p>
                  </a:txBody>
                  <a:tcPr anchor="t" marL="0" marR="0" marT="0" marB="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0" tIns="0" rIns="0" bIns="0" anchor="t">
                      <a:noAutofit/>
                    </a:bodyPr>
                    <a:p>
                      <a:r>
                        <a:rPr lang="en-IN" sz="3200" b="0" u="none" strike="noStrike">
                          <a:solidFill>
                            <a:schemeClr val="dk1"/>
                          </a:solidFill>
                          <a:effectLst/>
                          <a:uFillTx/>
                          <a:latin typeface="Times New Roman"/>
                        </a:rPr>
                        <a:t>Data Collection, Data Cleaning, Missing Value &amp; Duplicate Analysis </a:t>
                      </a:r>
                      <a:endParaRPr lang="en-IN" sz="3200" b="0" u="none" strike="noStrike">
                        <a:solidFill>
                          <a:schemeClr val="dk1"/>
                        </a:solidFill>
                        <a:effectLst/>
                        <a:uFillTx/>
                        <a:latin typeface="Arial"/>
                      </a:endParaRPr>
                    </a:p>
                  </a:txBody>
                  <a:tcPr anchor="t" marL="0" marR="0" marT="0" marB="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r>
              <a:tr h="1230840">
                <a:tc>
                  <a:txBody>
                    <a:bodyPr lIns="0" tIns="0" rIns="0" bIns="0" anchor="t">
                      <a:noAutofit/>
                    </a:bodyPr>
                    <a:p>
                      <a:r>
                        <a:rPr lang="en-IN" sz="3200" b="0" u="none" strike="noStrike">
                          <a:solidFill>
                            <a:schemeClr val="dk1"/>
                          </a:solidFill>
                          <a:effectLst/>
                          <a:uFillTx/>
                          <a:latin typeface="Times New Roman"/>
                        </a:rPr>
                        <a:t>Sudarshini B </a:t>
                      </a:r>
                      <a:endParaRPr lang="en-IN" sz="3200" b="0" u="none" strike="noStrike">
                        <a:solidFill>
                          <a:schemeClr val="dk1"/>
                        </a:solidFill>
                        <a:effectLst/>
                        <a:uFillTx/>
                        <a:latin typeface="Arial"/>
                      </a:endParaRPr>
                    </a:p>
                  </a:txBody>
                  <a:tcPr anchor="t" marL="0" marR="0" marT="0" marB="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0" tIns="0" rIns="0" bIns="0" anchor="t">
                      <a:noAutofit/>
                    </a:bodyPr>
                    <a:p>
                      <a:r>
                        <a:rPr lang="en-IN" sz="3200" b="0" u="none" strike="noStrike">
                          <a:solidFill>
                            <a:schemeClr val="dk1"/>
                          </a:solidFill>
                          <a:effectLst/>
                          <a:uFillTx/>
                          <a:latin typeface="Times New Roman"/>
                        </a:rPr>
                        <a:t>Exploratory Data Analysis, Summary Statistics &amp; Univariate Analysis </a:t>
                      </a:r>
                      <a:endParaRPr lang="en-IN" sz="3200" b="0" u="none" strike="noStrike">
                        <a:solidFill>
                          <a:schemeClr val="dk1"/>
                        </a:solidFill>
                        <a:effectLst/>
                        <a:uFillTx/>
                        <a:latin typeface="Arial"/>
                      </a:endParaRPr>
                    </a:p>
                  </a:txBody>
                  <a:tcPr anchor="t" marL="0" marR="0" marT="0" marB="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r>
              <a:tr h="1221840">
                <a:tc>
                  <a:txBody>
                    <a:bodyPr lIns="0" tIns="0" rIns="0" bIns="0" anchor="t">
                      <a:noAutofit/>
                    </a:bodyPr>
                    <a:p>
                      <a:r>
                        <a:rPr lang="en-IN" sz="3200" b="0" u="none" strike="noStrike">
                          <a:solidFill>
                            <a:schemeClr val="dk1"/>
                          </a:solidFill>
                          <a:effectLst/>
                          <a:uFillTx/>
                          <a:latin typeface="Times New Roman"/>
                        </a:rPr>
                        <a:t>Thanesha V </a:t>
                      </a:r>
                      <a:endParaRPr lang="en-IN" sz="3200" b="0" u="none" strike="noStrike">
                        <a:solidFill>
                          <a:schemeClr val="dk1"/>
                        </a:solidFill>
                        <a:effectLst/>
                        <a:uFillTx/>
                        <a:latin typeface="Arial"/>
                      </a:endParaRPr>
                    </a:p>
                  </a:txBody>
                  <a:tcPr anchor="t" marL="0" marR="0" marT="0" marB="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0" tIns="0" rIns="0" bIns="0" anchor="t">
                      <a:noAutofit/>
                    </a:bodyPr>
                    <a:p>
                      <a:r>
                        <a:rPr lang="en-IN" sz="3200" b="0" u="none" strike="noStrike">
                          <a:solidFill>
                            <a:schemeClr val="dk1"/>
                          </a:solidFill>
                          <a:effectLst/>
                          <a:uFillTx/>
                          <a:latin typeface="Times New Roman"/>
                        </a:rPr>
                        <a:t>Feature Engineering, Distribution Analysis &amp; Bivariate Analysis </a:t>
                      </a:r>
                      <a:endParaRPr lang="en-IN" sz="3200" b="0" u="none" strike="noStrike">
                        <a:solidFill>
                          <a:schemeClr val="dk1"/>
                        </a:solidFill>
                        <a:effectLst/>
                        <a:uFillTx/>
                        <a:latin typeface="Arial"/>
                      </a:endParaRPr>
                    </a:p>
                  </a:txBody>
                  <a:tcPr anchor="t" marL="0" marR="0" marT="0" marB="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r>
              <a:tr h="1187640">
                <a:tc>
                  <a:txBody>
                    <a:bodyPr lIns="0" tIns="0" rIns="0" bIns="0" anchor="t">
                      <a:noAutofit/>
                    </a:bodyPr>
                    <a:p>
                      <a:r>
                        <a:rPr lang="en-IN" sz="3200" b="0" u="none" strike="noStrike">
                          <a:solidFill>
                            <a:schemeClr val="dk1"/>
                          </a:solidFill>
                          <a:effectLst/>
                          <a:uFillTx/>
                          <a:latin typeface="Times New Roman"/>
                        </a:rPr>
                        <a:t>Shreya </a:t>
                      </a:r>
                      <a:endParaRPr lang="en-IN" sz="3200" b="0" u="none" strike="noStrike">
                        <a:solidFill>
                          <a:schemeClr val="dk1"/>
                        </a:solidFill>
                        <a:effectLst/>
                        <a:uFillTx/>
                        <a:latin typeface="Arial"/>
                      </a:endParaRPr>
                    </a:p>
                  </a:txBody>
                  <a:tcPr anchor="t" marL="0" marR="0" marT="0" marB="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0" tIns="0" rIns="0" bIns="0" anchor="t">
                      <a:noAutofit/>
                    </a:bodyPr>
                    <a:p>
                      <a:r>
                        <a:rPr lang="en-IN" sz="3200" b="0" u="none" strike="noStrike">
                          <a:solidFill>
                            <a:schemeClr val="dk1"/>
                          </a:solidFill>
                          <a:effectLst/>
                          <a:uFillTx/>
                          <a:latin typeface="Times New Roman"/>
                        </a:rPr>
                        <a:t>Data Visualization, Graph Preparation, Documentation &amp; PPT Preparation </a:t>
                      </a:r>
                      <a:endParaRPr lang="en-IN" sz="3200" b="0" u="none" strike="noStrike">
                        <a:solidFill>
                          <a:schemeClr val="dk1"/>
                        </a:solidFill>
                        <a:effectLst/>
                        <a:uFillTx/>
                        <a:latin typeface="Arial"/>
                      </a:endParaRPr>
                    </a:p>
                  </a:txBody>
                  <a:tcPr anchor="t" marL="0" marR="0" marT="0" marB="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2520000" y="540000"/>
            <a:ext cx="13186080" cy="1431720"/>
          </a:xfrm>
          <a:prstGeom prst="rect">
            <a:avLst/>
          </a:prstGeom>
          <a:noFill/>
          <a:ln w="0">
            <a:noFill/>
          </a:ln>
        </p:spPr>
        <p:txBody>
          <a:bodyPr lIns="0" tIns="478080" rIns="0" bIns="0" anchor="t">
            <a:spAutoFit/>
          </a:bodyPr>
          <a:p>
            <a:pPr marL="3239280" indent="0" algn="l">
              <a:lnSpc>
                <a:spcPct val="100000"/>
              </a:lnSpc>
              <a:spcBef>
                <a:spcPts val="130"/>
              </a:spcBef>
              <a:buNone/>
            </a:pPr>
            <a:r>
              <a:rPr lang="en-IN" sz="5900" b="0" u="none" spc="-150" strike="noStrike">
                <a:solidFill>
                  <a:schemeClr val="lt1"/>
                </a:solidFill>
                <a:effectLst/>
                <a:uFillTx/>
                <a:latin typeface="Arial Black"/>
              </a:rPr>
              <a:t>Challeng</a:t>
            </a:r>
            <a:r>
              <a:rPr lang="en-IN" sz="5900" b="0" u="none" spc="-150" strike="noStrike">
                <a:solidFill>
                  <a:schemeClr val="lt1"/>
                </a:solidFill>
                <a:effectLst/>
                <a:uFillTx/>
                <a:latin typeface="Arial Black"/>
              </a:rPr>
              <a:t>es</a:t>
            </a:r>
            <a:r>
              <a:rPr lang="en-IN" sz="5900" b="0" u="none" spc="-734" strike="noStrike">
                <a:solidFill>
                  <a:schemeClr val="lt1"/>
                </a:solidFill>
                <a:effectLst/>
                <a:uFillTx/>
                <a:latin typeface="Arial Black"/>
              </a:rPr>
              <a:t> </a:t>
            </a:r>
            <a:r>
              <a:rPr lang="en-IN" sz="5900" b="0" u="none" spc="-286" strike="noStrike">
                <a:solidFill>
                  <a:schemeClr val="lt1"/>
                </a:solidFill>
                <a:effectLst/>
                <a:uFillTx/>
                <a:latin typeface="Arial Black"/>
              </a:rPr>
              <a:t>Faced</a:t>
            </a:r>
            <a:endParaRPr lang="en-IN" sz="5900" b="0" u="none" strike="noStrike">
              <a:solidFill>
                <a:srgbClr val="000000"/>
              </a:solidFill>
              <a:effectLst/>
              <a:uFillTx/>
              <a:latin typeface="Calibri"/>
            </a:endParaRPr>
          </a:p>
        </p:txBody>
      </p:sp>
      <p:pic>
        <p:nvPicPr>
          <p:cNvPr id="128" name="object 2"/>
          <p:cNvPicPr/>
          <p:nvPr/>
        </p:nvPicPr>
        <p:blipFill>
          <a:blip r:embed="rId1"/>
          <a:stretch/>
        </p:blipFill>
        <p:spPr>
          <a:xfrm>
            <a:off x="243360" y="3103560"/>
            <a:ext cx="2237400" cy="2214000"/>
          </a:xfrm>
          <a:prstGeom prst="rect">
            <a:avLst/>
          </a:prstGeom>
          <a:noFill/>
          <a:ln w="0">
            <a:noFill/>
          </a:ln>
        </p:spPr>
      </p:pic>
      <p:sp>
        <p:nvSpPr>
          <p:cNvPr id="129" name=""/>
          <p:cNvSpPr txBox="1"/>
          <p:nvPr/>
        </p:nvSpPr>
        <p:spPr>
          <a:xfrm>
            <a:off x="2520000" y="2160000"/>
            <a:ext cx="14220000" cy="10909080"/>
          </a:xfrm>
          <a:prstGeom prst="rect">
            <a:avLst/>
          </a:prstGeom>
          <a:noFill/>
          <a:ln w="0">
            <a:noFill/>
          </a:ln>
        </p:spPr>
        <p:txBody>
          <a:bodyPr lIns="90000" tIns="45000" rIns="90000" bIns="45000" anchor="t">
            <a:spAutoFit/>
          </a:bodyPr>
          <a:p>
            <a:endParaRPr lang="en-IN" sz="2300" b="1" u="none" strike="noStrike">
              <a:solidFill>
                <a:srgbClr val="000000"/>
              </a:solidFill>
              <a:effectLst/>
              <a:uFillTx/>
              <a:latin typeface="Arial"/>
            </a:endParaRPr>
          </a:p>
          <a:p>
            <a:r>
              <a:rPr lang="en-IN" sz="2800" b="1" u="none" strike="noStrike">
                <a:solidFill>
                  <a:srgbClr val="000000"/>
                </a:solidFill>
                <a:effectLst/>
                <a:uFillTx/>
                <a:latin typeface="Arial"/>
              </a:rPr>
              <a:t>Data Quality</a:t>
            </a:r>
            <a:endParaRPr lang="en-IN" sz="2800" b="0" u="none" strike="noStrike">
              <a:solidFill>
                <a:srgbClr val="000000"/>
              </a:solidFill>
              <a:effectLst/>
              <a:uFillTx/>
              <a:latin typeface="Arial"/>
            </a:endParaRPr>
          </a:p>
          <a:p>
            <a:r>
              <a:rPr lang="en-IN" sz="2300" b="0" u="none" strike="noStrike">
                <a:solidFill>
                  <a:srgbClr val="000000"/>
                </a:solidFill>
                <a:effectLst/>
                <a:uFillTx/>
                <a:latin typeface="Arial"/>
              </a:rPr>
              <a:t>Handling a large-scale transaction dataset required careful preprocessing. </a:t>
            </a:r>
            <a:endParaRPr lang="en-IN" sz="2300" b="0" u="none" strike="noStrike">
              <a:solidFill>
                <a:srgbClr val="000000"/>
              </a:solidFill>
              <a:effectLst/>
              <a:uFillTx/>
              <a:latin typeface="Arial"/>
            </a:endParaRPr>
          </a:p>
          <a:p>
            <a:r>
              <a:rPr lang="en-IN" sz="2800" b="1" u="none" strike="noStrike">
                <a:solidFill>
                  <a:srgbClr val="000000"/>
                </a:solidFill>
                <a:effectLst/>
                <a:uFillTx/>
                <a:latin typeface="Arial"/>
              </a:rPr>
              <a:t>Class Imbalance</a:t>
            </a:r>
            <a:endParaRPr lang="en-IN" sz="2800" b="0" u="none" strike="noStrike">
              <a:solidFill>
                <a:srgbClr val="000000"/>
              </a:solidFill>
              <a:effectLst/>
              <a:uFillTx/>
              <a:latin typeface="Arial"/>
            </a:endParaRPr>
          </a:p>
          <a:p>
            <a:r>
              <a:rPr lang="en-IN" sz="2300" b="0" u="none" strike="noStrike">
                <a:solidFill>
                  <a:srgbClr val="000000"/>
                </a:solidFill>
                <a:effectLst/>
                <a:uFillTx/>
                <a:latin typeface="Arial"/>
              </a:rPr>
              <a:t>Fraudulent transactions are much fewer than legitimate transactions. </a:t>
            </a:r>
            <a:endParaRPr lang="en-IN" sz="2300" b="0" u="none" strike="noStrike">
              <a:solidFill>
                <a:srgbClr val="000000"/>
              </a:solidFill>
              <a:effectLst/>
              <a:uFillTx/>
              <a:latin typeface="Arial"/>
            </a:endParaRPr>
          </a:p>
          <a:p>
            <a:r>
              <a:rPr lang="en-IN" sz="2800" b="1" u="none" strike="noStrike">
                <a:solidFill>
                  <a:srgbClr val="000000"/>
                </a:solidFill>
                <a:effectLst/>
                <a:uFillTx/>
                <a:latin typeface="Arial"/>
              </a:rPr>
              <a:t>Outliers</a:t>
            </a:r>
            <a:endParaRPr lang="en-IN" sz="2800" b="0" u="none" strike="noStrike">
              <a:solidFill>
                <a:srgbClr val="000000"/>
              </a:solidFill>
              <a:effectLst/>
              <a:uFillTx/>
              <a:latin typeface="Arial"/>
            </a:endParaRPr>
          </a:p>
          <a:p>
            <a:r>
              <a:rPr lang="en-IN" sz="2300" b="0" u="none" strike="noStrike">
                <a:solidFill>
                  <a:srgbClr val="000000"/>
                </a:solidFill>
                <a:effectLst/>
                <a:uFillTx/>
                <a:latin typeface="Arial"/>
              </a:rPr>
              <a:t>Transaction amounts contain extreme values that require further analysis. </a:t>
            </a:r>
            <a:endParaRPr lang="en-IN" sz="2300" b="0" u="none" strike="noStrike">
              <a:solidFill>
                <a:srgbClr val="000000"/>
              </a:solidFill>
              <a:effectLst/>
              <a:uFillTx/>
              <a:latin typeface="Arial"/>
            </a:endParaRPr>
          </a:p>
          <a:p>
            <a:r>
              <a:rPr lang="en-IN" sz="2800" b="1" u="none" strike="noStrike">
                <a:solidFill>
                  <a:srgbClr val="000000"/>
                </a:solidFill>
                <a:effectLst/>
                <a:uFillTx/>
                <a:latin typeface="Arial"/>
              </a:rPr>
              <a:t>Feature Analysis</a:t>
            </a:r>
            <a:endParaRPr lang="en-IN" sz="2800" b="0" u="none" strike="noStrike">
              <a:solidFill>
                <a:srgbClr val="000000"/>
              </a:solidFill>
              <a:effectLst/>
              <a:uFillTx/>
              <a:latin typeface="Arial"/>
            </a:endParaRPr>
          </a:p>
          <a:p>
            <a:r>
              <a:rPr lang="en-IN" sz="2300" b="0" u="none" strike="noStrike">
                <a:solidFill>
                  <a:srgbClr val="000000"/>
                </a:solidFill>
                <a:effectLst/>
                <a:uFillTx/>
                <a:latin typeface="Arial"/>
              </a:rPr>
              <a:t>The dataset contains many transaction, customer and location-related features. </a:t>
            </a:r>
            <a:endParaRPr lang="en-IN" sz="2300" b="0" u="none" strike="noStrike">
              <a:solidFill>
                <a:srgbClr val="000000"/>
              </a:solidFill>
              <a:effectLst/>
              <a:uFillTx/>
              <a:latin typeface="Arial"/>
            </a:endParaRPr>
          </a:p>
          <a:p>
            <a:r>
              <a:rPr lang="en-IN" sz="2800" b="1" u="none" strike="noStrike">
                <a:solidFill>
                  <a:srgbClr val="000000"/>
                </a:solidFill>
                <a:effectLst/>
                <a:uFillTx/>
                <a:latin typeface="Arial"/>
              </a:rPr>
              <a:t>Large Dataset</a:t>
            </a:r>
            <a:endParaRPr lang="en-IN" sz="2800" b="0" u="none" strike="noStrike">
              <a:solidFill>
                <a:srgbClr val="000000"/>
              </a:solidFill>
              <a:effectLst/>
              <a:uFillTx/>
              <a:latin typeface="Arial"/>
            </a:endParaRPr>
          </a:p>
          <a:p>
            <a:r>
              <a:rPr lang="en-IN" sz="2300" b="0" u="none" strike="noStrike">
                <a:solidFill>
                  <a:srgbClr val="000000"/>
                </a:solidFill>
                <a:effectLst/>
                <a:uFillTx/>
                <a:latin typeface="Arial"/>
              </a:rPr>
              <a:t>Processing and visualizing more than 1.85 million transactions requires efficient techniques. </a:t>
            </a:r>
            <a:endParaRPr lang="en-IN" sz="2300" b="0" u="none" strike="noStrike">
              <a:solidFill>
                <a:srgbClr val="000000"/>
              </a:solidFill>
              <a:effectLst/>
              <a:uFillTx/>
              <a:latin typeface="Arial"/>
            </a:endParaRPr>
          </a:p>
          <a:p>
            <a:r>
              <a:rPr lang="en-IN" sz="2800" b="1" u="none" strike="noStrike">
                <a:solidFill>
                  <a:srgbClr val="000000"/>
                </a:solidFill>
                <a:effectLst/>
                <a:uFillTx/>
                <a:latin typeface="Arial"/>
              </a:rPr>
              <a:t>Understanding Fraud Patterns</a:t>
            </a:r>
            <a:endParaRPr lang="en-IN" sz="2800" b="0" u="none" strike="noStrike">
              <a:solidFill>
                <a:srgbClr val="000000"/>
              </a:solidFill>
              <a:effectLst/>
              <a:uFillTx/>
              <a:latin typeface="Arial"/>
            </a:endParaRPr>
          </a:p>
          <a:p>
            <a:r>
              <a:rPr lang="en-IN" sz="2300" b="0" u="none" strike="noStrike">
                <a:solidFill>
                  <a:srgbClr val="000000"/>
                </a:solidFill>
                <a:effectLst/>
                <a:uFillTx/>
                <a:latin typeface="Arial"/>
              </a:rPr>
              <a:t>Identifying meaningful relationships through univariate and bivariate analysis was challenging.</a:t>
            </a:r>
            <a:endParaRPr lang="en-IN" sz="2300" b="0" u="none" strike="noStrike">
              <a:solidFill>
                <a:srgbClr val="000000"/>
              </a:solidFill>
              <a:effectLst/>
              <a:uFillTx/>
              <a:latin typeface="Arial"/>
            </a:endParaRPr>
          </a:p>
          <a:p>
            <a:endParaRPr lang="en-IN" sz="2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2550960" y="550800"/>
            <a:ext cx="13186080" cy="1431720"/>
          </a:xfrm>
          <a:prstGeom prst="rect">
            <a:avLst/>
          </a:prstGeom>
          <a:noFill/>
          <a:ln w="0">
            <a:noFill/>
          </a:ln>
        </p:spPr>
        <p:txBody>
          <a:bodyPr lIns="0" tIns="478080" rIns="0" bIns="0" anchor="t">
            <a:spAutoFit/>
          </a:bodyPr>
          <a:p>
            <a:pPr marL="1609560" indent="0" algn="l">
              <a:lnSpc>
                <a:spcPct val="100000"/>
              </a:lnSpc>
              <a:spcBef>
                <a:spcPts val="130"/>
              </a:spcBef>
              <a:buNone/>
            </a:pPr>
            <a:r>
              <a:rPr lang="en-IN" sz="5900" b="0" u="none" spc="-235" strike="noStrike">
                <a:solidFill>
                  <a:schemeClr val="lt1"/>
                </a:solidFill>
                <a:effectLst/>
                <a:uFillTx/>
                <a:latin typeface="Arial Black"/>
              </a:rPr>
              <a:t>Future</a:t>
            </a:r>
            <a:r>
              <a:rPr lang="en-IN" sz="5900" b="0" u="none" spc="-709" strike="noStrike">
                <a:solidFill>
                  <a:schemeClr val="lt1"/>
                </a:solidFill>
                <a:effectLst/>
                <a:uFillTx/>
                <a:latin typeface="Arial Black"/>
              </a:rPr>
              <a:t> </a:t>
            </a:r>
            <a:r>
              <a:rPr lang="en-IN" sz="5900" b="0" u="none" spc="-111" strike="noStrike">
                <a:solidFill>
                  <a:schemeClr val="lt1"/>
                </a:solidFill>
                <a:effectLst/>
                <a:uFillTx/>
                <a:latin typeface="Arial Black"/>
              </a:rPr>
              <a:t>Work</a:t>
            </a:r>
            <a:r>
              <a:rPr lang="en-IN" sz="5900" b="0" u="none" spc="-720" strike="noStrike">
                <a:solidFill>
                  <a:schemeClr val="lt1"/>
                </a:solidFill>
                <a:effectLst/>
                <a:uFillTx/>
                <a:latin typeface="Arial Black"/>
              </a:rPr>
              <a:t> </a:t>
            </a:r>
            <a:r>
              <a:rPr lang="en-IN" sz="5900" b="0" u="none" spc="-524" strike="noStrike">
                <a:solidFill>
                  <a:schemeClr val="lt1"/>
                </a:solidFill>
                <a:effectLst/>
                <a:uFillTx/>
                <a:latin typeface="Arial Black"/>
              </a:rPr>
              <a:t>&amp;</a:t>
            </a:r>
            <a:r>
              <a:rPr lang="en-IN" sz="5900" b="0" u="none" spc="-746" strike="noStrike">
                <a:solidFill>
                  <a:schemeClr val="lt1"/>
                </a:solidFill>
                <a:effectLst/>
                <a:uFillTx/>
                <a:latin typeface="Arial Black"/>
              </a:rPr>
              <a:t> </a:t>
            </a:r>
            <a:r>
              <a:rPr lang="en-IN" sz="5900" b="0" u="none" spc="-111" strike="noStrike">
                <a:solidFill>
                  <a:schemeClr val="lt1"/>
                </a:solidFill>
                <a:effectLst/>
                <a:uFillTx/>
                <a:latin typeface="Arial Black"/>
              </a:rPr>
              <a:t>Conclusion</a:t>
            </a:r>
            <a:endParaRPr lang="en-IN" sz="5900" b="0" u="none" strike="noStrike">
              <a:solidFill>
                <a:srgbClr val="000000"/>
              </a:solidFill>
              <a:effectLst/>
              <a:uFillTx/>
              <a:latin typeface="Calibri"/>
            </a:endParaRPr>
          </a:p>
        </p:txBody>
      </p:sp>
      <p:sp>
        <p:nvSpPr>
          <p:cNvPr id="131" name="object 2"/>
          <p:cNvSpPr/>
          <p:nvPr/>
        </p:nvSpPr>
        <p:spPr>
          <a:xfrm>
            <a:off x="234360" y="3098880"/>
            <a:ext cx="2179440" cy="2422800"/>
          </a:xfrm>
          <a:custGeom>
            <a:avLst/>
            <a:gdLst>
              <a:gd name="textAreaLeft" fmla="*/ 0 w 2179440"/>
              <a:gd name="textAreaRight" fmla="*/ 2179800 w 2179440"/>
              <a:gd name="textAreaTop" fmla="*/ 0 h 2422800"/>
              <a:gd name="textAreaBottom" fmla="*/ 2423160 h 2422800"/>
            </a:gdLst>
            <a:ahLst/>
            <a:cxnLst/>
            <a:rect l="textAreaLeft" t="textAreaTop" r="textAreaRight" b="textAreaBottom"/>
            <a:pathLst>
              <a:path w="2179955" h="2423160">
                <a:moveTo>
                  <a:pt x="714209" y="982383"/>
                </a:moveTo>
                <a:lnTo>
                  <a:pt x="453847" y="969022"/>
                </a:lnTo>
                <a:lnTo>
                  <a:pt x="0" y="1668665"/>
                </a:lnTo>
                <a:lnTo>
                  <a:pt x="449770" y="1484363"/>
                </a:lnTo>
                <a:lnTo>
                  <a:pt x="470687" y="1431683"/>
                </a:lnTo>
                <a:lnTo>
                  <a:pt x="477672" y="1414741"/>
                </a:lnTo>
                <a:lnTo>
                  <a:pt x="495681" y="1373416"/>
                </a:lnTo>
                <a:lnTo>
                  <a:pt x="515226" y="1330477"/>
                </a:lnTo>
                <a:lnTo>
                  <a:pt x="536816" y="1285786"/>
                </a:lnTo>
                <a:lnTo>
                  <a:pt x="559371" y="1241399"/>
                </a:lnTo>
                <a:lnTo>
                  <a:pt x="582866" y="1197343"/>
                </a:lnTo>
                <a:lnTo>
                  <a:pt x="607288" y="1153629"/>
                </a:lnTo>
                <a:lnTo>
                  <a:pt x="632650" y="1110259"/>
                </a:lnTo>
                <a:lnTo>
                  <a:pt x="658926" y="1067257"/>
                </a:lnTo>
                <a:lnTo>
                  <a:pt x="686117" y="1024623"/>
                </a:lnTo>
                <a:lnTo>
                  <a:pt x="714209" y="982383"/>
                </a:lnTo>
                <a:close/>
              </a:path>
              <a:path w="2179955" h="2423160">
                <a:moveTo>
                  <a:pt x="755510" y="1965109"/>
                </a:moveTo>
                <a:lnTo>
                  <a:pt x="737590" y="2004288"/>
                </a:lnTo>
                <a:lnTo>
                  <a:pt x="711060" y="2046071"/>
                </a:lnTo>
                <a:lnTo>
                  <a:pt x="678078" y="2087219"/>
                </a:lnTo>
                <a:lnTo>
                  <a:pt x="640791" y="2124506"/>
                </a:lnTo>
                <a:lnTo>
                  <a:pt x="601357" y="2154694"/>
                </a:lnTo>
                <a:lnTo>
                  <a:pt x="561924" y="2174544"/>
                </a:lnTo>
                <a:lnTo>
                  <a:pt x="524662" y="2180818"/>
                </a:lnTo>
                <a:lnTo>
                  <a:pt x="542836" y="2165197"/>
                </a:lnTo>
                <a:lnTo>
                  <a:pt x="566572" y="2137702"/>
                </a:lnTo>
                <a:lnTo>
                  <a:pt x="593991" y="2099221"/>
                </a:lnTo>
                <a:lnTo>
                  <a:pt x="623189" y="2050643"/>
                </a:lnTo>
                <a:lnTo>
                  <a:pt x="570738" y="2053793"/>
                </a:lnTo>
                <a:lnTo>
                  <a:pt x="518401" y="2063076"/>
                </a:lnTo>
                <a:lnTo>
                  <a:pt x="467385" y="2078228"/>
                </a:lnTo>
                <a:lnTo>
                  <a:pt x="418934" y="2099005"/>
                </a:lnTo>
                <a:lnTo>
                  <a:pt x="374243" y="2125141"/>
                </a:lnTo>
                <a:lnTo>
                  <a:pt x="334543" y="2156383"/>
                </a:lnTo>
                <a:lnTo>
                  <a:pt x="301053" y="2192490"/>
                </a:lnTo>
                <a:lnTo>
                  <a:pt x="311162" y="2153539"/>
                </a:lnTo>
                <a:lnTo>
                  <a:pt x="317576" y="2113927"/>
                </a:lnTo>
                <a:lnTo>
                  <a:pt x="323672" y="2074062"/>
                </a:lnTo>
                <a:lnTo>
                  <a:pt x="332816" y="2034349"/>
                </a:lnTo>
                <a:lnTo>
                  <a:pt x="348386" y="1995195"/>
                </a:lnTo>
                <a:lnTo>
                  <a:pt x="373735" y="1957019"/>
                </a:lnTo>
                <a:lnTo>
                  <a:pt x="412242" y="1920227"/>
                </a:lnTo>
                <a:lnTo>
                  <a:pt x="467271" y="1885213"/>
                </a:lnTo>
                <a:lnTo>
                  <a:pt x="407911" y="1878558"/>
                </a:lnTo>
                <a:lnTo>
                  <a:pt x="357657" y="1880527"/>
                </a:lnTo>
                <a:lnTo>
                  <a:pt x="312737" y="1891385"/>
                </a:lnTo>
                <a:lnTo>
                  <a:pt x="269392" y="1911388"/>
                </a:lnTo>
                <a:lnTo>
                  <a:pt x="284518" y="1880260"/>
                </a:lnTo>
                <a:lnTo>
                  <a:pt x="301548" y="1842681"/>
                </a:lnTo>
                <a:lnTo>
                  <a:pt x="324218" y="1802117"/>
                </a:lnTo>
                <a:lnTo>
                  <a:pt x="356260" y="1762036"/>
                </a:lnTo>
                <a:lnTo>
                  <a:pt x="401421" y="1725891"/>
                </a:lnTo>
                <a:lnTo>
                  <a:pt x="463423" y="1697151"/>
                </a:lnTo>
                <a:lnTo>
                  <a:pt x="411111" y="1707337"/>
                </a:lnTo>
                <a:lnTo>
                  <a:pt x="364363" y="1726133"/>
                </a:lnTo>
                <a:lnTo>
                  <a:pt x="322707" y="1752104"/>
                </a:lnTo>
                <a:lnTo>
                  <a:pt x="285623" y="1783842"/>
                </a:lnTo>
                <a:lnTo>
                  <a:pt x="252653" y="1819910"/>
                </a:lnTo>
                <a:lnTo>
                  <a:pt x="223278" y="1858886"/>
                </a:lnTo>
                <a:lnTo>
                  <a:pt x="197027" y="1899361"/>
                </a:lnTo>
                <a:lnTo>
                  <a:pt x="173393" y="1939912"/>
                </a:lnTo>
                <a:lnTo>
                  <a:pt x="132041" y="2015515"/>
                </a:lnTo>
                <a:lnTo>
                  <a:pt x="113347" y="2047722"/>
                </a:lnTo>
                <a:lnTo>
                  <a:pt x="95300" y="2074316"/>
                </a:lnTo>
                <a:lnTo>
                  <a:pt x="77431" y="2093874"/>
                </a:lnTo>
                <a:lnTo>
                  <a:pt x="120408" y="2091867"/>
                </a:lnTo>
                <a:lnTo>
                  <a:pt x="153466" y="2076577"/>
                </a:lnTo>
                <a:lnTo>
                  <a:pt x="182067" y="2053285"/>
                </a:lnTo>
                <a:lnTo>
                  <a:pt x="211683" y="2027301"/>
                </a:lnTo>
                <a:lnTo>
                  <a:pt x="247815" y="2003894"/>
                </a:lnTo>
                <a:lnTo>
                  <a:pt x="295935" y="1988375"/>
                </a:lnTo>
                <a:lnTo>
                  <a:pt x="248704" y="2019858"/>
                </a:lnTo>
                <a:lnTo>
                  <a:pt x="211112" y="2056003"/>
                </a:lnTo>
                <a:lnTo>
                  <a:pt x="181724" y="2095639"/>
                </a:lnTo>
                <a:lnTo>
                  <a:pt x="159118" y="2137613"/>
                </a:lnTo>
                <a:lnTo>
                  <a:pt x="141846" y="2180755"/>
                </a:lnTo>
                <a:lnTo>
                  <a:pt x="128473" y="2223922"/>
                </a:lnTo>
                <a:lnTo>
                  <a:pt x="117563" y="2265946"/>
                </a:lnTo>
                <a:lnTo>
                  <a:pt x="107696" y="2305685"/>
                </a:lnTo>
                <a:lnTo>
                  <a:pt x="97409" y="2341956"/>
                </a:lnTo>
                <a:lnTo>
                  <a:pt x="85293" y="2373617"/>
                </a:lnTo>
                <a:lnTo>
                  <a:pt x="69900" y="2399512"/>
                </a:lnTo>
                <a:lnTo>
                  <a:pt x="49796" y="2418486"/>
                </a:lnTo>
                <a:lnTo>
                  <a:pt x="103212" y="2422588"/>
                </a:lnTo>
                <a:lnTo>
                  <a:pt x="149733" y="2417076"/>
                </a:lnTo>
                <a:lnTo>
                  <a:pt x="190284" y="2403487"/>
                </a:lnTo>
                <a:lnTo>
                  <a:pt x="225793" y="2383332"/>
                </a:lnTo>
                <a:lnTo>
                  <a:pt x="257175" y="2358136"/>
                </a:lnTo>
                <a:lnTo>
                  <a:pt x="285356" y="2329408"/>
                </a:lnTo>
                <a:lnTo>
                  <a:pt x="311251" y="2298687"/>
                </a:lnTo>
                <a:lnTo>
                  <a:pt x="335788" y="2267458"/>
                </a:lnTo>
                <a:lnTo>
                  <a:pt x="359892" y="2237270"/>
                </a:lnTo>
                <a:lnTo>
                  <a:pt x="384479" y="2209635"/>
                </a:lnTo>
                <a:lnTo>
                  <a:pt x="410464" y="2186063"/>
                </a:lnTo>
                <a:lnTo>
                  <a:pt x="438772" y="2168080"/>
                </a:lnTo>
                <a:lnTo>
                  <a:pt x="470331" y="2157209"/>
                </a:lnTo>
                <a:lnTo>
                  <a:pt x="417499" y="2194077"/>
                </a:lnTo>
                <a:lnTo>
                  <a:pt x="383667" y="2234806"/>
                </a:lnTo>
                <a:lnTo>
                  <a:pt x="364185" y="2276602"/>
                </a:lnTo>
                <a:lnTo>
                  <a:pt x="354393" y="2316696"/>
                </a:lnTo>
                <a:lnTo>
                  <a:pt x="349643" y="2352281"/>
                </a:lnTo>
                <a:lnTo>
                  <a:pt x="345274" y="2380577"/>
                </a:lnTo>
                <a:lnTo>
                  <a:pt x="382778" y="2343848"/>
                </a:lnTo>
                <a:lnTo>
                  <a:pt x="441667" y="2309761"/>
                </a:lnTo>
                <a:lnTo>
                  <a:pt x="476440" y="2291791"/>
                </a:lnTo>
                <a:lnTo>
                  <a:pt x="513321" y="2272195"/>
                </a:lnTo>
                <a:lnTo>
                  <a:pt x="551256" y="2250198"/>
                </a:lnTo>
                <a:lnTo>
                  <a:pt x="589153" y="2225052"/>
                </a:lnTo>
                <a:lnTo>
                  <a:pt x="625944" y="2195982"/>
                </a:lnTo>
                <a:lnTo>
                  <a:pt x="660539" y="2162225"/>
                </a:lnTo>
                <a:lnTo>
                  <a:pt x="691870" y="2123021"/>
                </a:lnTo>
                <a:lnTo>
                  <a:pt x="718858" y="2077618"/>
                </a:lnTo>
                <a:lnTo>
                  <a:pt x="740422" y="2025230"/>
                </a:lnTo>
                <a:lnTo>
                  <a:pt x="755510" y="1965109"/>
                </a:lnTo>
                <a:close/>
              </a:path>
              <a:path w="2179955" h="2423160">
                <a:moveTo>
                  <a:pt x="1484884" y="1849170"/>
                </a:moveTo>
                <a:lnTo>
                  <a:pt x="1431658" y="1594637"/>
                </a:lnTo>
                <a:lnTo>
                  <a:pt x="1394079" y="1628863"/>
                </a:lnTo>
                <a:lnTo>
                  <a:pt x="1356004" y="1662252"/>
                </a:lnTo>
                <a:lnTo>
                  <a:pt x="1317447" y="1694764"/>
                </a:lnTo>
                <a:lnTo>
                  <a:pt x="1278394" y="1726399"/>
                </a:lnTo>
                <a:lnTo>
                  <a:pt x="1238872" y="1757159"/>
                </a:lnTo>
                <a:lnTo>
                  <a:pt x="1198880" y="1787042"/>
                </a:lnTo>
                <a:lnTo>
                  <a:pt x="1158430" y="1816011"/>
                </a:lnTo>
                <a:lnTo>
                  <a:pt x="1117536" y="1844090"/>
                </a:lnTo>
                <a:lnTo>
                  <a:pt x="1077785" y="1870176"/>
                </a:lnTo>
                <a:lnTo>
                  <a:pt x="1039647" y="1894268"/>
                </a:lnTo>
                <a:lnTo>
                  <a:pt x="999617" y="1918169"/>
                </a:lnTo>
                <a:lnTo>
                  <a:pt x="974686" y="1932584"/>
                </a:lnTo>
                <a:lnTo>
                  <a:pt x="861364" y="2403932"/>
                </a:lnTo>
                <a:lnTo>
                  <a:pt x="1484884" y="1849170"/>
                </a:lnTo>
                <a:close/>
              </a:path>
              <a:path w="2179955" h="2423160">
                <a:moveTo>
                  <a:pt x="2082317" y="499910"/>
                </a:moveTo>
                <a:lnTo>
                  <a:pt x="2051113" y="473278"/>
                </a:lnTo>
                <a:lnTo>
                  <a:pt x="1797723" y="256946"/>
                </a:lnTo>
                <a:lnTo>
                  <a:pt x="1797723" y="630809"/>
                </a:lnTo>
                <a:lnTo>
                  <a:pt x="1795526" y="674535"/>
                </a:lnTo>
                <a:lnTo>
                  <a:pt x="1782000" y="716826"/>
                </a:lnTo>
                <a:lnTo>
                  <a:pt x="1756943" y="755383"/>
                </a:lnTo>
                <a:lnTo>
                  <a:pt x="1722551" y="786015"/>
                </a:lnTo>
                <a:lnTo>
                  <a:pt x="1682686" y="805878"/>
                </a:lnTo>
                <a:lnTo>
                  <a:pt x="1639658" y="814781"/>
                </a:lnTo>
                <a:lnTo>
                  <a:pt x="1595767" y="812584"/>
                </a:lnTo>
                <a:lnTo>
                  <a:pt x="1553337" y="799096"/>
                </a:lnTo>
                <a:lnTo>
                  <a:pt x="1514652" y="774166"/>
                </a:lnTo>
                <a:lnTo>
                  <a:pt x="1483944" y="739889"/>
                </a:lnTo>
                <a:lnTo>
                  <a:pt x="1464030" y="700151"/>
                </a:lnTo>
                <a:lnTo>
                  <a:pt x="1455077" y="657275"/>
                </a:lnTo>
                <a:lnTo>
                  <a:pt x="1457274" y="613537"/>
                </a:lnTo>
                <a:lnTo>
                  <a:pt x="1470787" y="571246"/>
                </a:lnTo>
                <a:lnTo>
                  <a:pt x="1495818" y="532688"/>
                </a:lnTo>
                <a:lnTo>
                  <a:pt x="1530235" y="502056"/>
                </a:lnTo>
                <a:lnTo>
                  <a:pt x="1570126" y="482193"/>
                </a:lnTo>
                <a:lnTo>
                  <a:pt x="1613166" y="473278"/>
                </a:lnTo>
                <a:lnTo>
                  <a:pt x="1657070" y="475488"/>
                </a:lnTo>
                <a:lnTo>
                  <a:pt x="1699514" y="489000"/>
                </a:lnTo>
                <a:lnTo>
                  <a:pt x="1738185" y="513994"/>
                </a:lnTo>
                <a:lnTo>
                  <a:pt x="1768856" y="548233"/>
                </a:lnTo>
                <a:lnTo>
                  <a:pt x="1788769" y="587946"/>
                </a:lnTo>
                <a:lnTo>
                  <a:pt x="1797723" y="630809"/>
                </a:lnTo>
                <a:lnTo>
                  <a:pt x="1797723" y="256946"/>
                </a:lnTo>
                <a:lnTo>
                  <a:pt x="1699006" y="172656"/>
                </a:lnTo>
                <a:lnTo>
                  <a:pt x="1651762" y="197739"/>
                </a:lnTo>
                <a:lnTo>
                  <a:pt x="1605534" y="223685"/>
                </a:lnTo>
                <a:lnTo>
                  <a:pt x="1560271" y="250456"/>
                </a:lnTo>
                <a:lnTo>
                  <a:pt x="1515960" y="278041"/>
                </a:lnTo>
                <a:lnTo>
                  <a:pt x="1472590" y="306412"/>
                </a:lnTo>
                <a:lnTo>
                  <a:pt x="1430375" y="335368"/>
                </a:lnTo>
                <a:lnTo>
                  <a:pt x="1388986" y="365048"/>
                </a:lnTo>
                <a:lnTo>
                  <a:pt x="1348422" y="395414"/>
                </a:lnTo>
                <a:lnTo>
                  <a:pt x="1308646" y="426453"/>
                </a:lnTo>
                <a:lnTo>
                  <a:pt x="1269644" y="458165"/>
                </a:lnTo>
                <a:lnTo>
                  <a:pt x="1231417" y="490537"/>
                </a:lnTo>
                <a:lnTo>
                  <a:pt x="1193952" y="523544"/>
                </a:lnTo>
                <a:lnTo>
                  <a:pt x="1157211" y="557187"/>
                </a:lnTo>
                <a:lnTo>
                  <a:pt x="1121206" y="591451"/>
                </a:lnTo>
                <a:lnTo>
                  <a:pt x="1085900" y="626313"/>
                </a:lnTo>
                <a:lnTo>
                  <a:pt x="1051293" y="661758"/>
                </a:lnTo>
                <a:lnTo>
                  <a:pt x="1017358" y="697788"/>
                </a:lnTo>
                <a:lnTo>
                  <a:pt x="984084" y="734390"/>
                </a:lnTo>
                <a:lnTo>
                  <a:pt x="951458" y="771537"/>
                </a:lnTo>
                <a:lnTo>
                  <a:pt x="919530" y="809294"/>
                </a:lnTo>
                <a:lnTo>
                  <a:pt x="888263" y="847598"/>
                </a:lnTo>
                <a:lnTo>
                  <a:pt x="857681" y="886485"/>
                </a:lnTo>
                <a:lnTo>
                  <a:pt x="827786" y="925957"/>
                </a:lnTo>
                <a:lnTo>
                  <a:pt x="798588" y="966025"/>
                </a:lnTo>
                <a:lnTo>
                  <a:pt x="770115" y="1006716"/>
                </a:lnTo>
                <a:lnTo>
                  <a:pt x="742365" y="1048016"/>
                </a:lnTo>
                <a:lnTo>
                  <a:pt x="715365" y="1089964"/>
                </a:lnTo>
                <a:lnTo>
                  <a:pt x="689127" y="1132547"/>
                </a:lnTo>
                <a:lnTo>
                  <a:pt x="663663" y="1175804"/>
                </a:lnTo>
                <a:lnTo>
                  <a:pt x="638987" y="1219733"/>
                </a:lnTo>
                <a:lnTo>
                  <a:pt x="615099" y="1264348"/>
                </a:lnTo>
                <a:lnTo>
                  <a:pt x="592048" y="1309674"/>
                </a:lnTo>
                <a:lnTo>
                  <a:pt x="569810" y="1355699"/>
                </a:lnTo>
                <a:lnTo>
                  <a:pt x="551167" y="1396606"/>
                </a:lnTo>
                <a:lnTo>
                  <a:pt x="533120" y="1438046"/>
                </a:lnTo>
                <a:lnTo>
                  <a:pt x="515874" y="1480235"/>
                </a:lnTo>
                <a:lnTo>
                  <a:pt x="499338" y="1522945"/>
                </a:lnTo>
                <a:lnTo>
                  <a:pt x="483628" y="1566430"/>
                </a:lnTo>
                <a:lnTo>
                  <a:pt x="478523" y="1581023"/>
                </a:lnTo>
                <a:lnTo>
                  <a:pt x="874522" y="1919097"/>
                </a:lnTo>
                <a:lnTo>
                  <a:pt x="915492" y="1897100"/>
                </a:lnTo>
                <a:lnTo>
                  <a:pt x="948994" y="1878342"/>
                </a:lnTo>
                <a:lnTo>
                  <a:pt x="1007960" y="1843366"/>
                </a:lnTo>
                <a:lnTo>
                  <a:pt x="1046226" y="1819198"/>
                </a:lnTo>
                <a:lnTo>
                  <a:pt x="1084021" y="1794497"/>
                </a:lnTo>
                <a:lnTo>
                  <a:pt x="1126185" y="1765503"/>
                </a:lnTo>
                <a:lnTo>
                  <a:pt x="1167511" y="1735810"/>
                </a:lnTo>
                <a:lnTo>
                  <a:pt x="1208024" y="1705406"/>
                </a:lnTo>
                <a:lnTo>
                  <a:pt x="1247736" y="1674329"/>
                </a:lnTo>
                <a:lnTo>
                  <a:pt x="1286662" y="1642579"/>
                </a:lnTo>
                <a:lnTo>
                  <a:pt x="1324825" y="1610156"/>
                </a:lnTo>
                <a:lnTo>
                  <a:pt x="1362227" y="1577098"/>
                </a:lnTo>
                <a:lnTo>
                  <a:pt x="1398879" y="1543392"/>
                </a:lnTo>
                <a:lnTo>
                  <a:pt x="1434807" y="1509064"/>
                </a:lnTo>
                <a:lnTo>
                  <a:pt x="1470025" y="1474127"/>
                </a:lnTo>
                <a:lnTo>
                  <a:pt x="1504530" y="1438592"/>
                </a:lnTo>
                <a:lnTo>
                  <a:pt x="1538363" y="1402461"/>
                </a:lnTo>
                <a:lnTo>
                  <a:pt x="1571523" y="1365758"/>
                </a:lnTo>
                <a:lnTo>
                  <a:pt x="1604035" y="1328496"/>
                </a:lnTo>
                <a:lnTo>
                  <a:pt x="1635823" y="1290637"/>
                </a:lnTo>
                <a:lnTo>
                  <a:pt x="1666951" y="1252232"/>
                </a:lnTo>
                <a:lnTo>
                  <a:pt x="1697431" y="1213256"/>
                </a:lnTo>
                <a:lnTo>
                  <a:pt x="1727238" y="1173708"/>
                </a:lnTo>
                <a:lnTo>
                  <a:pt x="1756359" y="1133563"/>
                </a:lnTo>
                <a:lnTo>
                  <a:pt x="1784756" y="1092822"/>
                </a:lnTo>
                <a:lnTo>
                  <a:pt x="1812442" y="1051458"/>
                </a:lnTo>
                <a:lnTo>
                  <a:pt x="1839391" y="1009472"/>
                </a:lnTo>
                <a:lnTo>
                  <a:pt x="1865591" y="966838"/>
                </a:lnTo>
                <a:lnTo>
                  <a:pt x="1891017" y="923556"/>
                </a:lnTo>
                <a:lnTo>
                  <a:pt x="1915655" y="879614"/>
                </a:lnTo>
                <a:lnTo>
                  <a:pt x="1939493" y="834999"/>
                </a:lnTo>
                <a:lnTo>
                  <a:pt x="1949767" y="814781"/>
                </a:lnTo>
                <a:lnTo>
                  <a:pt x="1962518" y="789698"/>
                </a:lnTo>
                <a:lnTo>
                  <a:pt x="1984705" y="743699"/>
                </a:lnTo>
                <a:lnTo>
                  <a:pt x="2006142" y="696544"/>
                </a:lnTo>
                <a:lnTo>
                  <a:pt x="2026640" y="648627"/>
                </a:lnTo>
                <a:lnTo>
                  <a:pt x="2046185" y="599909"/>
                </a:lnTo>
                <a:lnTo>
                  <a:pt x="2064753" y="550341"/>
                </a:lnTo>
                <a:lnTo>
                  <a:pt x="2082317" y="499910"/>
                </a:lnTo>
                <a:close/>
              </a:path>
              <a:path w="2179955" h="2423160">
                <a:moveTo>
                  <a:pt x="2179510" y="0"/>
                </a:moveTo>
                <a:lnTo>
                  <a:pt x="2125548" y="10820"/>
                </a:lnTo>
                <a:lnTo>
                  <a:pt x="2074024" y="23710"/>
                </a:lnTo>
                <a:lnTo>
                  <a:pt x="2024367" y="38188"/>
                </a:lnTo>
                <a:lnTo>
                  <a:pt x="1976005" y="53784"/>
                </a:lnTo>
                <a:lnTo>
                  <a:pt x="1929079" y="70637"/>
                </a:lnTo>
                <a:lnTo>
                  <a:pt x="1883206" y="88328"/>
                </a:lnTo>
                <a:lnTo>
                  <a:pt x="1838363" y="106883"/>
                </a:lnTo>
                <a:lnTo>
                  <a:pt x="1794535" y="126276"/>
                </a:lnTo>
                <a:lnTo>
                  <a:pt x="1753755" y="145364"/>
                </a:lnTo>
                <a:lnTo>
                  <a:pt x="2100986" y="441909"/>
                </a:lnTo>
                <a:lnTo>
                  <a:pt x="2113673" y="398780"/>
                </a:lnTo>
                <a:lnTo>
                  <a:pt x="2126208" y="352526"/>
                </a:lnTo>
                <a:lnTo>
                  <a:pt x="2137714" y="305460"/>
                </a:lnTo>
                <a:lnTo>
                  <a:pt x="2148179" y="257517"/>
                </a:lnTo>
                <a:lnTo>
                  <a:pt x="2157565" y="208622"/>
                </a:lnTo>
                <a:lnTo>
                  <a:pt x="2165566" y="158635"/>
                </a:lnTo>
                <a:lnTo>
                  <a:pt x="2172284" y="107530"/>
                </a:lnTo>
                <a:lnTo>
                  <a:pt x="2177135" y="54825"/>
                </a:lnTo>
                <a:lnTo>
                  <a:pt x="2179510" y="0"/>
                </a:lnTo>
                <a:close/>
              </a:path>
            </a:pathLst>
          </a:custGeom>
          <a:solidFill>
            <a:srgbClr val="57585B"/>
          </a:solidFill>
          <a:ln w="0">
            <a:noFill/>
          </a:ln>
        </p:spPr>
        <p:style>
          <a:lnRef idx="0"/>
          <a:fillRef idx="0"/>
          <a:effectRef idx="0"/>
          <a:fontRef idx="minor"/>
        </p:style>
        <p:txBody>
          <a:bodyPr lIns="0" tIns="0" rIns="0" bIns="0" anchor="t">
            <a:noAutofit/>
          </a:bodyPr>
          <a:p>
            <a:endParaRPr lang="en-IN" sz="1800" b="0" u="none" strike="noStrike">
              <a:solidFill>
                <a:srgbClr val="FFFFFF"/>
              </a:solidFill>
              <a:effectLst/>
              <a:uFillTx/>
              <a:latin typeface="Arial"/>
            </a:endParaRPr>
          </a:p>
        </p:txBody>
      </p:sp>
      <p:sp>
        <p:nvSpPr>
          <p:cNvPr id="132" name=""/>
          <p:cNvSpPr txBox="1"/>
          <p:nvPr/>
        </p:nvSpPr>
        <p:spPr>
          <a:xfrm>
            <a:off x="2451240" y="2932200"/>
            <a:ext cx="14468760" cy="7741440"/>
          </a:xfrm>
          <a:prstGeom prst="rect">
            <a:avLst/>
          </a:prstGeom>
          <a:noFill/>
          <a:ln w="0">
            <a:noFill/>
          </a:ln>
        </p:spPr>
        <p:txBody>
          <a:bodyPr lIns="90000" tIns="45000" rIns="90000" bIns="45000" anchor="t">
            <a:spAutoFit/>
          </a:bodyPr>
          <a:p>
            <a:r>
              <a:rPr lang="en-IN" sz="2800" b="1" u="none" strike="noStrike">
                <a:solidFill>
                  <a:srgbClr val="000000"/>
                </a:solidFill>
                <a:effectLst/>
                <a:uFillTx/>
                <a:latin typeface="Arial"/>
              </a:rPr>
              <a:t>Future Work</a:t>
            </a:r>
            <a:endParaRPr lang="en-IN" sz="2800" b="1"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IN" sz="2800" b="0" u="none" strike="noStrike">
                <a:solidFill>
                  <a:srgbClr val="000000"/>
                </a:solidFill>
                <a:effectLst/>
                <a:uFillTx/>
                <a:latin typeface="Arial"/>
              </a:rPr>
              <a:t>Complete multivariate analysis. </a:t>
            </a:r>
            <a:endParaRPr lang="en-IN" sz="28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IN" sz="2800" b="0" u="none" strike="noStrike">
                <a:solidFill>
                  <a:srgbClr val="000000"/>
                </a:solidFill>
                <a:effectLst/>
                <a:uFillTx/>
                <a:latin typeface="Arial"/>
              </a:rPr>
              <a:t>Perform advanced statistical analysis. </a:t>
            </a:r>
            <a:endParaRPr lang="en-IN" sz="28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IN" sz="2800" b="0" u="none" strike="noStrike">
                <a:solidFill>
                  <a:srgbClr val="000000"/>
                </a:solidFill>
                <a:effectLst/>
                <a:uFillTx/>
                <a:latin typeface="Arial"/>
              </a:rPr>
              <a:t>Apply SMOTE for class imbalance. </a:t>
            </a:r>
            <a:endParaRPr lang="en-IN" sz="28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IN" sz="2800" b="0" u="none" strike="noStrike">
                <a:solidFill>
                  <a:srgbClr val="000000"/>
                </a:solidFill>
                <a:effectLst/>
                <a:uFillTx/>
                <a:latin typeface="Arial"/>
              </a:rPr>
              <a:t>Develop the XGBoost fraud detection model. </a:t>
            </a:r>
            <a:endParaRPr lang="en-IN" sz="28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IN" sz="2800" b="0" u="none" strike="noStrike">
                <a:solidFill>
                  <a:srgbClr val="000000"/>
                </a:solidFill>
                <a:effectLst/>
                <a:uFillTx/>
                <a:latin typeface="Arial"/>
              </a:rPr>
              <a:t>Perform model evaluation and threshold optimization. </a:t>
            </a:r>
            <a:endParaRPr lang="en-IN" sz="28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IN" sz="2800" b="0" u="none" strike="noStrike">
                <a:solidFill>
                  <a:srgbClr val="000000"/>
                </a:solidFill>
                <a:effectLst/>
                <a:uFillTx/>
                <a:latin typeface="Arial"/>
              </a:rPr>
              <a:t>Develop the Streamlit + Plotly dashboard. </a:t>
            </a:r>
            <a:endParaRPr lang="en-IN" sz="2800" b="0" u="none" strike="noStrike">
              <a:solidFill>
                <a:srgbClr val="000000"/>
              </a:solidFill>
              <a:effectLst/>
              <a:uFillTx/>
              <a:latin typeface="Arial"/>
            </a:endParaRPr>
          </a:p>
          <a:p>
            <a:pPr marL="216000" indent="-216000">
              <a:spcBef>
                <a:spcPts val="1191"/>
              </a:spcBef>
              <a:spcAft>
                <a:spcPts val="992"/>
              </a:spcAft>
              <a:buClr>
                <a:srgbClr val="000000"/>
              </a:buClr>
              <a:buSzPct val="45000"/>
              <a:buFont typeface="Wingdings" charset="2"/>
              <a:buChar char=""/>
            </a:pPr>
            <a:r>
              <a:rPr lang="en-IN" sz="2800" b="0" u="none" strike="noStrike">
                <a:solidFill>
                  <a:srgbClr val="000000"/>
                </a:solidFill>
                <a:effectLst/>
                <a:uFillTx/>
                <a:latin typeface="Arial"/>
              </a:rPr>
              <a:t>Generate fraud-risk predictions and business insights</a:t>
            </a:r>
            <a:endParaRPr lang="en-IN" sz="2800" b="0" u="none" strike="noStrike">
              <a:solidFill>
                <a:srgbClr val="000000"/>
              </a:solidFill>
              <a:effectLst/>
              <a:uFillTx/>
              <a:latin typeface="Arial"/>
            </a:endParaRPr>
          </a:p>
          <a:p>
            <a:r>
              <a:rPr lang="en-IN" sz="2800" b="1" u="none" strike="noStrike">
                <a:solidFill>
                  <a:srgbClr val="000000"/>
                </a:solidFill>
                <a:effectLst/>
                <a:uFillTx/>
                <a:latin typeface="Arial"/>
              </a:rPr>
              <a:t>Conclusion</a:t>
            </a:r>
            <a:endParaRPr lang="en-IN" sz="2800" b="0" u="none" strike="noStrike">
              <a:solidFill>
                <a:srgbClr val="000000"/>
              </a:solidFill>
              <a:effectLst/>
              <a:uFillTx/>
              <a:latin typeface="Arial"/>
            </a:endParaRPr>
          </a:p>
          <a:p>
            <a:r>
              <a:rPr lang="en-IN" sz="2300" b="0" u="none" strike="noStrike">
                <a:solidFill>
                  <a:srgbClr val="000000"/>
                </a:solidFill>
                <a:effectLst/>
                <a:uFillTx/>
                <a:latin typeface="Arial"/>
              </a:rPr>
              <a:t>So far, the dataset has been successfully collected, preprocessed and explored through statistical, univariate and bivariate analysis. These findings will be used as the foundation for the upcoming machine learning and dashboard development stages. </a:t>
            </a:r>
            <a:endParaRPr lang="en-IN" sz="2300" b="0" u="none" strike="noStrike">
              <a:solidFill>
                <a:srgbClr val="000000"/>
              </a:solidFill>
              <a:effectLst/>
              <a:uFillTx/>
              <a:latin typeface="Arial"/>
            </a:endParaRPr>
          </a:p>
          <a:p>
            <a:endParaRPr lang="en-IN" sz="2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2550960" y="550800"/>
            <a:ext cx="13186080" cy="1431720"/>
          </a:xfrm>
          <a:prstGeom prst="rect">
            <a:avLst/>
          </a:prstGeom>
          <a:noFill/>
          <a:ln w="0">
            <a:noFill/>
          </a:ln>
        </p:spPr>
        <p:txBody>
          <a:bodyPr lIns="0" tIns="478080" rIns="0" bIns="0" anchor="t">
            <a:spAutoFit/>
          </a:bodyPr>
          <a:p>
            <a:pPr marL="4449600" indent="0" algn="l">
              <a:lnSpc>
                <a:spcPct val="100000"/>
              </a:lnSpc>
              <a:spcBef>
                <a:spcPts val="130"/>
              </a:spcBef>
              <a:buNone/>
            </a:pPr>
            <a:r>
              <a:rPr lang="en-IN" sz="5900" b="0" u="none" spc="-329" strike="noStrike">
                <a:solidFill>
                  <a:schemeClr val="lt1"/>
                </a:solidFill>
                <a:effectLst/>
                <a:uFillTx/>
                <a:latin typeface="Arial Black"/>
              </a:rPr>
              <a:t>References</a:t>
            </a:r>
            <a:endParaRPr lang="en-IN" sz="5900" b="0" u="none" strike="noStrike">
              <a:solidFill>
                <a:srgbClr val="000000"/>
              </a:solidFill>
              <a:effectLst/>
              <a:uFillTx/>
              <a:latin typeface="Calibri"/>
            </a:endParaRPr>
          </a:p>
        </p:txBody>
      </p:sp>
      <p:sp>
        <p:nvSpPr>
          <p:cNvPr id="134" name=""/>
          <p:cNvSpPr txBox="1"/>
          <p:nvPr/>
        </p:nvSpPr>
        <p:spPr>
          <a:xfrm>
            <a:off x="900000" y="2855880"/>
            <a:ext cx="15120000" cy="8664120"/>
          </a:xfrm>
          <a:prstGeom prst="rect">
            <a:avLst/>
          </a:prstGeom>
          <a:noFill/>
          <a:ln w="0">
            <a:noFill/>
          </a:ln>
        </p:spPr>
        <p:txBody>
          <a:bodyPr lIns="90000" tIns="45000" rIns="90000" bIns="45000" anchor="t">
            <a:spAutoFit/>
          </a:bodyPr>
          <a:p>
            <a:r>
              <a:rPr lang="en-IN" sz="2800" b="1" u="none" strike="noStrike">
                <a:solidFill>
                  <a:srgbClr val="000000"/>
                </a:solidFill>
                <a:effectLst/>
                <a:uFillTx/>
                <a:latin typeface="Arial"/>
              </a:rPr>
              <a:t>Dataset</a:t>
            </a:r>
            <a:endParaRPr lang="en-IN" sz="2800" b="0" u="none" strike="noStrike">
              <a:solidFill>
                <a:srgbClr val="000000"/>
              </a:solidFill>
              <a:effectLst/>
              <a:uFillTx/>
              <a:latin typeface="Arial"/>
            </a:endParaRPr>
          </a:p>
          <a:p>
            <a:r>
              <a:rPr lang="en-IN" sz="2300" b="0" u="none" strike="noStrike">
                <a:solidFill>
                  <a:srgbClr val="000000"/>
                </a:solidFill>
                <a:effectLst/>
                <a:uFillTx/>
                <a:latin typeface="Arial"/>
              </a:rPr>
              <a:t>Kaggle – Credit Card Transactions Fraud Detection Dataset </a:t>
            </a:r>
            <a:endParaRPr lang="en-IN" sz="2300" b="0" u="none" strike="noStrike">
              <a:solidFill>
                <a:srgbClr val="000000"/>
              </a:solidFill>
              <a:effectLst/>
              <a:uFillTx/>
              <a:latin typeface="Arial"/>
            </a:endParaRPr>
          </a:p>
          <a:p>
            <a:r>
              <a:rPr lang="en-IN" sz="2300" b="0" u="none" strike="noStrike">
                <a:solidFill>
                  <a:srgbClr val="000000"/>
                </a:solidFill>
                <a:effectLst/>
                <a:uFillTx/>
                <a:latin typeface="Arial"/>
              </a:rPr>
              <a:t>Dataset by kartik2112 </a:t>
            </a:r>
            <a:endParaRPr lang="en-IN" sz="2300" b="0" u="none" strike="noStrike">
              <a:solidFill>
                <a:srgbClr val="000000"/>
              </a:solidFill>
              <a:effectLst/>
              <a:uFillTx/>
              <a:latin typeface="Arial"/>
            </a:endParaRPr>
          </a:p>
          <a:p>
            <a:r>
              <a:rPr lang="en-IN" sz="2800" b="1" u="none" strike="noStrike">
                <a:solidFill>
                  <a:srgbClr val="000000"/>
                </a:solidFill>
                <a:effectLst/>
                <a:uFillTx/>
                <a:latin typeface="Arial"/>
              </a:rPr>
              <a:t>Technologies</a:t>
            </a:r>
            <a:endParaRPr lang="en-IN" sz="2800" b="0" u="none" strike="noStrike">
              <a:solidFill>
                <a:srgbClr val="000000"/>
              </a:solidFill>
              <a:effectLst/>
              <a:uFillTx/>
              <a:latin typeface="Arial"/>
            </a:endParaRPr>
          </a:p>
          <a:p>
            <a:r>
              <a:rPr lang="en-IN" sz="2300" b="0" u="none" strike="noStrike">
                <a:solidFill>
                  <a:srgbClr val="000000"/>
                </a:solidFill>
                <a:effectLst/>
                <a:uFillTx/>
                <a:latin typeface="Arial"/>
              </a:rPr>
              <a:t>Python </a:t>
            </a:r>
            <a:endParaRPr lang="en-IN" sz="2300" b="0" u="none" strike="noStrike">
              <a:solidFill>
                <a:srgbClr val="000000"/>
              </a:solidFill>
              <a:effectLst/>
              <a:uFillTx/>
              <a:latin typeface="Arial"/>
            </a:endParaRPr>
          </a:p>
          <a:p>
            <a:r>
              <a:rPr lang="en-IN" sz="2300" b="0" u="none" strike="noStrike">
                <a:solidFill>
                  <a:srgbClr val="000000"/>
                </a:solidFill>
                <a:effectLst/>
                <a:uFillTx/>
                <a:latin typeface="Arial"/>
              </a:rPr>
              <a:t>Pandas </a:t>
            </a:r>
            <a:endParaRPr lang="en-IN" sz="2300" b="0" u="none" strike="noStrike">
              <a:solidFill>
                <a:srgbClr val="000000"/>
              </a:solidFill>
              <a:effectLst/>
              <a:uFillTx/>
              <a:latin typeface="Arial"/>
            </a:endParaRPr>
          </a:p>
          <a:p>
            <a:r>
              <a:rPr lang="en-IN" sz="2300" b="0" u="none" strike="noStrike">
                <a:solidFill>
                  <a:srgbClr val="000000"/>
                </a:solidFill>
                <a:effectLst/>
                <a:uFillTx/>
                <a:latin typeface="Arial"/>
              </a:rPr>
              <a:t>NumPy </a:t>
            </a:r>
            <a:endParaRPr lang="en-IN" sz="2300" b="0" u="none" strike="noStrike">
              <a:solidFill>
                <a:srgbClr val="000000"/>
              </a:solidFill>
              <a:effectLst/>
              <a:uFillTx/>
              <a:latin typeface="Arial"/>
            </a:endParaRPr>
          </a:p>
          <a:p>
            <a:r>
              <a:rPr lang="en-IN" sz="2300" b="0" u="none" strike="noStrike">
                <a:solidFill>
                  <a:srgbClr val="000000"/>
                </a:solidFill>
                <a:effectLst/>
                <a:uFillTx/>
                <a:latin typeface="Arial"/>
              </a:rPr>
              <a:t>Scikit-learn </a:t>
            </a:r>
            <a:endParaRPr lang="en-IN" sz="2300" b="0" u="none" strike="noStrike">
              <a:solidFill>
                <a:srgbClr val="000000"/>
              </a:solidFill>
              <a:effectLst/>
              <a:uFillTx/>
              <a:latin typeface="Arial"/>
            </a:endParaRPr>
          </a:p>
          <a:p>
            <a:r>
              <a:rPr lang="en-IN" sz="2300" b="0" u="none" strike="noStrike">
                <a:solidFill>
                  <a:srgbClr val="000000"/>
                </a:solidFill>
                <a:effectLst/>
                <a:uFillTx/>
                <a:latin typeface="Arial"/>
              </a:rPr>
              <a:t>imbalanced-learn / SMOTE </a:t>
            </a:r>
            <a:endParaRPr lang="en-IN" sz="2300" b="0" u="none" strike="noStrike">
              <a:solidFill>
                <a:srgbClr val="000000"/>
              </a:solidFill>
              <a:effectLst/>
              <a:uFillTx/>
              <a:latin typeface="Arial"/>
            </a:endParaRPr>
          </a:p>
          <a:p>
            <a:r>
              <a:rPr lang="en-IN" sz="2300" b="0" u="none" strike="noStrike">
                <a:solidFill>
                  <a:srgbClr val="000000"/>
                </a:solidFill>
                <a:effectLst/>
                <a:uFillTx/>
                <a:latin typeface="Arial"/>
              </a:rPr>
              <a:t>XGBoost </a:t>
            </a:r>
            <a:endParaRPr lang="en-IN" sz="2300" b="0" u="none" strike="noStrike">
              <a:solidFill>
                <a:srgbClr val="000000"/>
              </a:solidFill>
              <a:effectLst/>
              <a:uFillTx/>
              <a:latin typeface="Arial"/>
            </a:endParaRPr>
          </a:p>
          <a:p>
            <a:r>
              <a:rPr lang="en-IN" sz="2300" b="0" u="none" strike="noStrike">
                <a:solidFill>
                  <a:srgbClr val="000000"/>
                </a:solidFill>
                <a:effectLst/>
                <a:uFillTx/>
                <a:latin typeface="Arial"/>
              </a:rPr>
              <a:t>Streamlit </a:t>
            </a:r>
            <a:endParaRPr lang="en-IN" sz="2300" b="0" u="none" strike="noStrike">
              <a:solidFill>
                <a:srgbClr val="000000"/>
              </a:solidFill>
              <a:effectLst/>
              <a:uFillTx/>
              <a:latin typeface="Arial"/>
            </a:endParaRPr>
          </a:p>
          <a:p>
            <a:r>
              <a:rPr lang="en-IN" sz="2300" b="0" u="none" strike="noStrike">
                <a:solidFill>
                  <a:srgbClr val="000000"/>
                </a:solidFill>
                <a:effectLst/>
                <a:uFillTx/>
                <a:latin typeface="Arial"/>
              </a:rPr>
              <a:t>Plotly</a:t>
            </a:r>
            <a:endParaRPr lang="en-IN" sz="2300" b="0" u="none" strike="noStrike">
              <a:solidFill>
                <a:srgbClr val="000000"/>
              </a:solidFill>
              <a:effectLst/>
              <a:uFillTx/>
              <a:latin typeface="Arial"/>
            </a:endParaRPr>
          </a:p>
          <a:p>
            <a:endParaRPr lang="en-IN" sz="2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61</TotalTime>
  <Application>LibreOffice/26.2.5.2$Windows_X86_64 LibreOffice_project/cd7284b4cbbfeb507e630c1aac019f4157393acb</Application>
  <AppVersion>15.0000</AppVersion>
  <Words>593</Words>
  <Paragraphs>84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2026-09-24T14:41:18Z</dcterms:created>
  <dc:creator/>
  <dc:description/>
  <dc:language>en-IN</dc:language>
  <cp:lastModifiedBy/>
  <dcterms:modified xsi:type="dcterms:W3CDTF">2026-09-25T00:00:49Z</dcterms:modified>
  <cp:revision>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v10.0.20070.1</vt:lpwstr>
  </property>
  <property fmtid="{D5CDD505-2E9C-101B-9397-08002B2CF9AE}" pid="3" name="Created">
    <vt:filetime>2026-09-24T00:00:00Z</vt:filetime>
  </property>
  <property fmtid="{D5CDD505-2E9C-101B-9397-08002B2CF9AE}" pid="4" name="LastSaved">
    <vt:filetime>2026-09-24T00:00:00Z</vt:filetime>
  </property>
  <property fmtid="{D5CDD505-2E9C-101B-9397-08002B2CF9AE}" pid="5" name="Notes">
    <vt:i4>1</vt:i4>
  </property>
  <property fmtid="{D5CDD505-2E9C-101B-9397-08002B2CF9AE}" pid="6" name="PresentationFormat">
    <vt:lpwstr>Custom</vt:lpwstr>
  </property>
  <property fmtid="{D5CDD505-2E9C-101B-9397-08002B2CF9AE}" pid="7" name="Slides">
    <vt:i4>13</vt:i4>
  </property>
</Properties>
</file>